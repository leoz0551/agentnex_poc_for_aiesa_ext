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  <p:sldMasterId id="2147483671" r:id="rId4"/>
    <p:sldMasterId id="2147483703" r:id="rId5"/>
    <p:sldMasterId id="2147483736" r:id="rId6"/>
    <p:sldMasterId id="2147483769" r:id="rId7"/>
    <p:sldMasterId id="2147483781" r:id="rId8"/>
    <p:sldMasterId id="2147483787" r:id="rId9"/>
  </p:sldMasterIdLst>
  <p:notesMasterIdLst>
    <p:notesMasterId r:id="rId11"/>
  </p:notesMasterIdLst>
  <p:handoutMasterIdLst>
    <p:handoutMasterId r:id="rId18"/>
  </p:handoutMasterIdLst>
  <p:sldIdLst>
    <p:sldId id="16777188" r:id="rId10"/>
    <p:sldId id="16777191" r:id="rId12"/>
    <p:sldId id="16777193" r:id="rId13"/>
    <p:sldId id="16777194" r:id="rId14"/>
    <p:sldId id="16777196" r:id="rId15"/>
    <p:sldId id="16777197" r:id="rId16"/>
    <p:sldId id="16777195" r:id="rId17"/>
  </p:sldIdLst>
  <p:sldSz cx="12188825" cy="6858000"/>
  <p:notesSz cx="6813550" cy="9945370"/>
  <p:custDataLst>
    <p:tags r:id="rId26"/>
  </p:custDataLst>
  <p:defaultTextStyle>
    <a:defPPr>
      <a:defRPr lang="en-US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3" userDrawn="1">
          <p15:clr>
            <a:srgbClr val="A4A3A4"/>
          </p15:clr>
        </p15:guide>
        <p15:guide id="2" orient="horz" pos="4180" userDrawn="1">
          <p15:clr>
            <a:srgbClr val="A4A3A4"/>
          </p15:clr>
        </p15:guide>
        <p15:guide id="3" orient="horz" pos="3864" userDrawn="1">
          <p15:clr>
            <a:srgbClr val="A4A3A4"/>
          </p15:clr>
        </p15:guide>
        <p15:guide id="4" pos="3974" userDrawn="1">
          <p15:clr>
            <a:srgbClr val="A4A3A4"/>
          </p15:clr>
        </p15:guide>
        <p15:guide id="5" pos="2339" userDrawn="1">
          <p15:clr>
            <a:srgbClr val="A4A3A4"/>
          </p15:clr>
        </p15:guide>
        <p15:guide id="6" pos="54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张鼎" initials="张鼎" lastIdx="1" clrIdx="0"/>
  <p:cmAuthor id="1" name="开心不悔 我" initials="开我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C4B0"/>
    <a:srgbClr val="009AD7"/>
    <a:srgbClr val="92D050"/>
    <a:srgbClr val="00FFCC"/>
    <a:srgbClr val="FFFFFF"/>
    <a:srgbClr val="F2F0F4"/>
    <a:srgbClr val="31CF6D"/>
    <a:srgbClr val="002856"/>
    <a:srgbClr val="6F7878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28" autoAdjust="0"/>
    <p:restoredTop sz="90265" autoAdjust="0"/>
  </p:normalViewPr>
  <p:slideViewPr>
    <p:cSldViewPr snapToGrid="0" showGuides="1">
      <p:cViewPr varScale="1">
        <p:scale>
          <a:sx n="73" d="100"/>
          <a:sy n="73" d="100"/>
        </p:scale>
        <p:origin x="1368" y="62"/>
      </p:cViewPr>
      <p:guideLst>
        <p:guide orient="horz" pos="423"/>
        <p:guide orient="horz" pos="4180"/>
        <p:guide orient="horz" pos="3864"/>
        <p:guide pos="3974"/>
        <p:guide pos="2339"/>
        <p:guide pos="54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51"/>
        <p:guide pos="21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gs" Target="tags/tag16.xml"/><Relationship Id="rId25" Type="http://schemas.openxmlformats.org/officeDocument/2006/relationships/customXml" Target="../customXml/item3.xml"/><Relationship Id="rId24" Type="http://schemas.openxmlformats.org/officeDocument/2006/relationships/customXml" Target="../customXml/item2.xml"/><Relationship Id="rId23" Type="http://schemas.openxmlformats.org/officeDocument/2006/relationships/customXml" Target="../customXml/item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538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9435" y="0"/>
            <a:ext cx="2952538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6678"/>
            <a:ext cx="2952538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2011 LENOVO CONFIDENTIAL. All rights reserved.</a:t>
            </a:r>
            <a:endParaRPr lang="en-US" sz="800" cap="all">
              <a:solidFill>
                <a:srgbClr val="93959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9435" y="9446678"/>
            <a:ext cx="2952538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538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9435" y="0"/>
            <a:ext cx="2952538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23CF275-28B3-497F-9AED-85D5F023BA5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6125"/>
            <a:ext cx="6626225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355" y="4724202"/>
            <a:ext cx="5450840" cy="44755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52538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800" cap="all">
                <a:solidFill>
                  <a:srgbClr val="939598"/>
                </a:solidFill>
              </a:rPr>
              <a:t>2011 LENOVO CONFIDENTIAL. All rights reserved.</a:t>
            </a:r>
            <a:endParaRPr lang="en-US" sz="800" cap="all">
              <a:solidFill>
                <a:srgbClr val="939598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9435" y="9446678"/>
            <a:ext cx="2952538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AED87EB-65D7-4500-873C-410831173A8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分三次 </a:t>
            </a:r>
            <a:r>
              <a:rPr lang="en-US" altLang="zh-CN"/>
              <a:t>agenda….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image" Target="../media/image7.emf"/><Relationship Id="rId3" Type="http://schemas.openxmlformats.org/officeDocument/2006/relationships/oleObject" Target="../embeddings/oleObject3.bin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image" Target="../media/image7.emf"/><Relationship Id="rId3" Type="http://schemas.openxmlformats.org/officeDocument/2006/relationships/oleObject" Target="../embeddings/oleObject4.bin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9200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9200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806408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 userDrawn="1"/>
        </p:nvGrpSpPr>
        <p:grpSpPr>
          <a:xfrm>
            <a:off x="9390324" y="936748"/>
            <a:ext cx="1965963" cy="1042086"/>
            <a:chOff x="4988072" y="501936"/>
            <a:chExt cx="1978802" cy="1051017"/>
          </a:xfrm>
          <a:solidFill>
            <a:srgbClr val="4D144A"/>
          </a:solidFill>
        </p:grpSpPr>
        <p:sp>
          <p:nvSpPr>
            <p:cNvPr id="85" name="Freeform 5"/>
            <p:cNvSpPr/>
            <p:nvPr userDrawn="1"/>
          </p:nvSpPr>
          <p:spPr bwMode="auto">
            <a:xfrm>
              <a:off x="5559016" y="501936"/>
              <a:ext cx="218094" cy="282813"/>
            </a:xfrm>
            <a:custGeom>
              <a:avLst/>
              <a:gdLst>
                <a:gd name="T0" fmla="*/ 0 w 502"/>
                <a:gd name="T1" fmla="*/ 550 h 651"/>
                <a:gd name="T2" fmla="*/ 83 w 502"/>
                <a:gd name="T3" fmla="*/ 451 h 651"/>
                <a:gd name="T4" fmla="*/ 272 w 502"/>
                <a:gd name="T5" fmla="*/ 528 h 651"/>
                <a:gd name="T6" fmla="*/ 363 w 502"/>
                <a:gd name="T7" fmla="*/ 469 h 651"/>
                <a:gd name="T8" fmla="*/ 363 w 502"/>
                <a:gd name="T9" fmla="*/ 467 h 651"/>
                <a:gd name="T10" fmla="*/ 236 w 502"/>
                <a:gd name="T11" fmla="*/ 386 h 651"/>
                <a:gd name="T12" fmla="*/ 26 w 502"/>
                <a:gd name="T13" fmla="*/ 192 h 651"/>
                <a:gd name="T14" fmla="*/ 26 w 502"/>
                <a:gd name="T15" fmla="*/ 191 h 651"/>
                <a:gd name="T16" fmla="*/ 247 w 502"/>
                <a:gd name="T17" fmla="*/ 0 h 651"/>
                <a:gd name="T18" fmla="*/ 483 w 502"/>
                <a:gd name="T19" fmla="*/ 80 h 651"/>
                <a:gd name="T20" fmla="*/ 410 w 502"/>
                <a:gd name="T21" fmla="*/ 185 h 651"/>
                <a:gd name="T22" fmla="*/ 246 w 502"/>
                <a:gd name="T23" fmla="*/ 123 h 651"/>
                <a:gd name="T24" fmla="*/ 164 w 502"/>
                <a:gd name="T25" fmla="*/ 178 h 651"/>
                <a:gd name="T26" fmla="*/ 164 w 502"/>
                <a:gd name="T27" fmla="*/ 180 h 651"/>
                <a:gd name="T28" fmla="*/ 301 w 502"/>
                <a:gd name="T29" fmla="*/ 263 h 651"/>
                <a:gd name="T30" fmla="*/ 502 w 502"/>
                <a:gd name="T31" fmla="*/ 453 h 651"/>
                <a:gd name="T32" fmla="*/ 502 w 502"/>
                <a:gd name="T33" fmla="*/ 455 h 651"/>
                <a:gd name="T34" fmla="*/ 269 w 502"/>
                <a:gd name="T35" fmla="*/ 651 h 651"/>
                <a:gd name="T36" fmla="*/ 0 w 502"/>
                <a:gd name="T37" fmla="*/ 55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2" h="651">
                  <a:moveTo>
                    <a:pt x="0" y="550"/>
                  </a:moveTo>
                  <a:cubicBezTo>
                    <a:pt x="83" y="451"/>
                    <a:pt x="83" y="451"/>
                    <a:pt x="83" y="451"/>
                  </a:cubicBezTo>
                  <a:cubicBezTo>
                    <a:pt x="140" y="498"/>
                    <a:pt x="200" y="528"/>
                    <a:pt x="272" y="528"/>
                  </a:cubicBezTo>
                  <a:cubicBezTo>
                    <a:pt x="329" y="528"/>
                    <a:pt x="363" y="506"/>
                    <a:pt x="363" y="469"/>
                  </a:cubicBezTo>
                  <a:cubicBezTo>
                    <a:pt x="363" y="467"/>
                    <a:pt x="363" y="467"/>
                    <a:pt x="363" y="467"/>
                  </a:cubicBezTo>
                  <a:cubicBezTo>
                    <a:pt x="363" y="431"/>
                    <a:pt x="342" y="413"/>
                    <a:pt x="236" y="386"/>
                  </a:cubicBezTo>
                  <a:cubicBezTo>
                    <a:pt x="108" y="354"/>
                    <a:pt x="26" y="318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76"/>
                    <a:pt x="118" y="0"/>
                    <a:pt x="247" y="0"/>
                  </a:cubicBezTo>
                  <a:cubicBezTo>
                    <a:pt x="340" y="0"/>
                    <a:pt x="419" y="29"/>
                    <a:pt x="483" y="80"/>
                  </a:cubicBezTo>
                  <a:cubicBezTo>
                    <a:pt x="410" y="185"/>
                    <a:pt x="410" y="185"/>
                    <a:pt x="410" y="185"/>
                  </a:cubicBezTo>
                  <a:cubicBezTo>
                    <a:pt x="354" y="146"/>
                    <a:pt x="299" y="123"/>
                    <a:pt x="246" y="123"/>
                  </a:cubicBezTo>
                  <a:cubicBezTo>
                    <a:pt x="192" y="123"/>
                    <a:pt x="164" y="147"/>
                    <a:pt x="164" y="178"/>
                  </a:cubicBezTo>
                  <a:cubicBezTo>
                    <a:pt x="164" y="180"/>
                    <a:pt x="164" y="180"/>
                    <a:pt x="164" y="180"/>
                  </a:cubicBezTo>
                  <a:cubicBezTo>
                    <a:pt x="164" y="221"/>
                    <a:pt x="191" y="235"/>
                    <a:pt x="301" y="263"/>
                  </a:cubicBezTo>
                  <a:cubicBezTo>
                    <a:pt x="429" y="297"/>
                    <a:pt x="502" y="343"/>
                    <a:pt x="502" y="453"/>
                  </a:cubicBezTo>
                  <a:cubicBezTo>
                    <a:pt x="502" y="455"/>
                    <a:pt x="502" y="455"/>
                    <a:pt x="502" y="455"/>
                  </a:cubicBezTo>
                  <a:cubicBezTo>
                    <a:pt x="502" y="581"/>
                    <a:pt x="406" y="651"/>
                    <a:pt x="269" y="651"/>
                  </a:cubicBezTo>
                  <a:cubicBezTo>
                    <a:pt x="173" y="651"/>
                    <a:pt x="76" y="618"/>
                    <a:pt x="0" y="5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6" name="Freeform 6"/>
            <p:cNvSpPr/>
            <p:nvPr userDrawn="1"/>
          </p:nvSpPr>
          <p:spPr bwMode="auto">
            <a:xfrm>
              <a:off x="5791295" y="566212"/>
              <a:ext cx="322264" cy="214547"/>
            </a:xfrm>
            <a:custGeom>
              <a:avLst/>
              <a:gdLst>
                <a:gd name="T0" fmla="*/ 0 w 741"/>
                <a:gd name="T1" fmla="*/ 9 h 494"/>
                <a:gd name="T2" fmla="*/ 138 w 741"/>
                <a:gd name="T3" fmla="*/ 9 h 494"/>
                <a:gd name="T4" fmla="*/ 138 w 741"/>
                <a:gd name="T5" fmla="*/ 78 h 494"/>
                <a:gd name="T6" fmla="*/ 281 w 741"/>
                <a:gd name="T7" fmla="*/ 0 h 494"/>
                <a:gd name="T8" fmla="*/ 418 w 741"/>
                <a:gd name="T9" fmla="*/ 77 h 494"/>
                <a:gd name="T10" fmla="*/ 577 w 741"/>
                <a:gd name="T11" fmla="*/ 0 h 494"/>
                <a:gd name="T12" fmla="*/ 741 w 741"/>
                <a:gd name="T13" fmla="*/ 178 h 494"/>
                <a:gd name="T14" fmla="*/ 741 w 741"/>
                <a:gd name="T15" fmla="*/ 494 h 494"/>
                <a:gd name="T16" fmla="*/ 603 w 741"/>
                <a:gd name="T17" fmla="*/ 494 h 494"/>
                <a:gd name="T18" fmla="*/ 603 w 741"/>
                <a:gd name="T19" fmla="*/ 224 h 494"/>
                <a:gd name="T20" fmla="*/ 523 w 741"/>
                <a:gd name="T21" fmla="*/ 125 h 494"/>
                <a:gd name="T22" fmla="*/ 439 w 741"/>
                <a:gd name="T23" fmla="*/ 224 h 494"/>
                <a:gd name="T24" fmla="*/ 439 w 741"/>
                <a:gd name="T25" fmla="*/ 494 h 494"/>
                <a:gd name="T26" fmla="*/ 302 w 741"/>
                <a:gd name="T27" fmla="*/ 494 h 494"/>
                <a:gd name="T28" fmla="*/ 302 w 741"/>
                <a:gd name="T29" fmla="*/ 224 h 494"/>
                <a:gd name="T30" fmla="*/ 221 w 741"/>
                <a:gd name="T31" fmla="*/ 125 h 494"/>
                <a:gd name="T32" fmla="*/ 138 w 741"/>
                <a:gd name="T33" fmla="*/ 224 h 494"/>
                <a:gd name="T34" fmla="*/ 138 w 741"/>
                <a:gd name="T35" fmla="*/ 494 h 494"/>
                <a:gd name="T36" fmla="*/ 0 w 741"/>
                <a:gd name="T37" fmla="*/ 494 h 494"/>
                <a:gd name="T38" fmla="*/ 0 w 741"/>
                <a:gd name="T39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41" h="494">
                  <a:moveTo>
                    <a:pt x="0" y="9"/>
                  </a:moveTo>
                  <a:cubicBezTo>
                    <a:pt x="138" y="9"/>
                    <a:pt x="138" y="9"/>
                    <a:pt x="138" y="9"/>
                  </a:cubicBezTo>
                  <a:cubicBezTo>
                    <a:pt x="138" y="78"/>
                    <a:pt x="138" y="78"/>
                    <a:pt x="138" y="78"/>
                  </a:cubicBezTo>
                  <a:cubicBezTo>
                    <a:pt x="170" y="37"/>
                    <a:pt x="211" y="0"/>
                    <a:pt x="281" y="0"/>
                  </a:cubicBezTo>
                  <a:cubicBezTo>
                    <a:pt x="344" y="0"/>
                    <a:pt x="392" y="28"/>
                    <a:pt x="418" y="77"/>
                  </a:cubicBezTo>
                  <a:cubicBezTo>
                    <a:pt x="460" y="27"/>
                    <a:pt x="511" y="0"/>
                    <a:pt x="577" y="0"/>
                  </a:cubicBezTo>
                  <a:cubicBezTo>
                    <a:pt x="679" y="0"/>
                    <a:pt x="741" y="62"/>
                    <a:pt x="741" y="178"/>
                  </a:cubicBezTo>
                  <a:cubicBezTo>
                    <a:pt x="741" y="494"/>
                    <a:pt x="741" y="494"/>
                    <a:pt x="741" y="494"/>
                  </a:cubicBezTo>
                  <a:cubicBezTo>
                    <a:pt x="603" y="494"/>
                    <a:pt x="603" y="494"/>
                    <a:pt x="603" y="494"/>
                  </a:cubicBezTo>
                  <a:cubicBezTo>
                    <a:pt x="603" y="224"/>
                    <a:pt x="603" y="224"/>
                    <a:pt x="603" y="224"/>
                  </a:cubicBezTo>
                  <a:cubicBezTo>
                    <a:pt x="603" y="159"/>
                    <a:pt x="574" y="125"/>
                    <a:pt x="523" y="125"/>
                  </a:cubicBezTo>
                  <a:cubicBezTo>
                    <a:pt x="471" y="125"/>
                    <a:pt x="439" y="159"/>
                    <a:pt x="439" y="224"/>
                  </a:cubicBezTo>
                  <a:cubicBezTo>
                    <a:pt x="439" y="494"/>
                    <a:pt x="439" y="494"/>
                    <a:pt x="439" y="494"/>
                  </a:cubicBezTo>
                  <a:cubicBezTo>
                    <a:pt x="302" y="494"/>
                    <a:pt x="302" y="494"/>
                    <a:pt x="302" y="49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159"/>
                    <a:pt x="273" y="125"/>
                    <a:pt x="221" y="125"/>
                  </a:cubicBezTo>
                  <a:cubicBezTo>
                    <a:pt x="170" y="125"/>
                    <a:pt x="138" y="159"/>
                    <a:pt x="138" y="224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7" name="Freeform 7"/>
            <p:cNvSpPr>
              <a:spLocks noEditPoints="1"/>
            </p:cNvSpPr>
            <p:nvPr userDrawn="1"/>
          </p:nvSpPr>
          <p:spPr bwMode="auto">
            <a:xfrm>
              <a:off x="6125971" y="567985"/>
              <a:ext cx="193713" cy="216764"/>
            </a:xfrm>
            <a:custGeom>
              <a:avLst/>
              <a:gdLst>
                <a:gd name="T0" fmla="*/ 0 w 446"/>
                <a:gd name="T1" fmla="*/ 351 h 499"/>
                <a:gd name="T2" fmla="*/ 0 w 446"/>
                <a:gd name="T3" fmla="*/ 349 h 499"/>
                <a:gd name="T4" fmla="*/ 195 w 446"/>
                <a:gd name="T5" fmla="*/ 194 h 499"/>
                <a:gd name="T6" fmla="*/ 314 w 446"/>
                <a:gd name="T7" fmla="*/ 214 h 499"/>
                <a:gd name="T8" fmla="*/ 314 w 446"/>
                <a:gd name="T9" fmla="*/ 206 h 499"/>
                <a:gd name="T10" fmla="*/ 210 w 446"/>
                <a:gd name="T11" fmla="*/ 117 h 499"/>
                <a:gd name="T12" fmla="*/ 76 w 446"/>
                <a:gd name="T13" fmla="*/ 144 h 499"/>
                <a:gd name="T14" fmla="*/ 42 w 446"/>
                <a:gd name="T15" fmla="*/ 39 h 499"/>
                <a:gd name="T16" fmla="*/ 230 w 446"/>
                <a:gd name="T17" fmla="*/ 0 h 499"/>
                <a:gd name="T18" fmla="*/ 394 w 446"/>
                <a:gd name="T19" fmla="*/ 54 h 499"/>
                <a:gd name="T20" fmla="*/ 446 w 446"/>
                <a:gd name="T21" fmla="*/ 209 h 499"/>
                <a:gd name="T22" fmla="*/ 446 w 446"/>
                <a:gd name="T23" fmla="*/ 490 h 499"/>
                <a:gd name="T24" fmla="*/ 313 w 446"/>
                <a:gd name="T25" fmla="*/ 490 h 499"/>
                <a:gd name="T26" fmla="*/ 313 w 446"/>
                <a:gd name="T27" fmla="*/ 438 h 499"/>
                <a:gd name="T28" fmla="*/ 166 w 446"/>
                <a:gd name="T29" fmla="*/ 499 h 499"/>
                <a:gd name="T30" fmla="*/ 0 w 446"/>
                <a:gd name="T31" fmla="*/ 351 h 499"/>
                <a:gd name="T32" fmla="*/ 316 w 446"/>
                <a:gd name="T33" fmla="*/ 319 h 499"/>
                <a:gd name="T34" fmla="*/ 316 w 446"/>
                <a:gd name="T35" fmla="*/ 295 h 499"/>
                <a:gd name="T36" fmla="*/ 228 w 446"/>
                <a:gd name="T37" fmla="*/ 277 h 499"/>
                <a:gd name="T38" fmla="*/ 133 w 446"/>
                <a:gd name="T39" fmla="*/ 344 h 499"/>
                <a:gd name="T40" fmla="*/ 133 w 446"/>
                <a:gd name="T41" fmla="*/ 346 h 499"/>
                <a:gd name="T42" fmla="*/ 208 w 446"/>
                <a:gd name="T43" fmla="*/ 404 h 499"/>
                <a:gd name="T44" fmla="*/ 316 w 446"/>
                <a:gd name="T45" fmla="*/ 31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499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3"/>
                    <a:pt x="80" y="194"/>
                    <a:pt x="195" y="194"/>
                  </a:cubicBezTo>
                  <a:cubicBezTo>
                    <a:pt x="244" y="194"/>
                    <a:pt x="280" y="202"/>
                    <a:pt x="314" y="214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7"/>
                    <a:pt x="210" y="117"/>
                  </a:cubicBezTo>
                  <a:cubicBezTo>
                    <a:pt x="157" y="117"/>
                    <a:pt x="120" y="127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7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0"/>
                    <a:pt x="446" y="144"/>
                    <a:pt x="446" y="209"/>
                  </a:cubicBezTo>
                  <a:cubicBezTo>
                    <a:pt x="446" y="490"/>
                    <a:pt x="446" y="490"/>
                    <a:pt x="446" y="490"/>
                  </a:cubicBezTo>
                  <a:cubicBezTo>
                    <a:pt x="313" y="490"/>
                    <a:pt x="313" y="490"/>
                    <a:pt x="313" y="490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3" y="499"/>
                    <a:pt x="166" y="499"/>
                  </a:cubicBezTo>
                  <a:cubicBezTo>
                    <a:pt x="75" y="499"/>
                    <a:pt x="0" y="447"/>
                    <a:pt x="0" y="351"/>
                  </a:cubicBezTo>
                  <a:close/>
                  <a:moveTo>
                    <a:pt x="316" y="319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0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4"/>
                    <a:pt x="208" y="404"/>
                  </a:cubicBezTo>
                  <a:cubicBezTo>
                    <a:pt x="272" y="404"/>
                    <a:pt x="316" y="369"/>
                    <a:pt x="316" y="3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8" name="Freeform 8"/>
            <p:cNvSpPr/>
            <p:nvPr userDrawn="1"/>
          </p:nvSpPr>
          <p:spPr bwMode="auto">
            <a:xfrm>
              <a:off x="6336529" y="564438"/>
              <a:ext cx="127665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9" name="Freeform 9"/>
            <p:cNvSpPr/>
            <p:nvPr userDrawn="1"/>
          </p:nvSpPr>
          <p:spPr bwMode="auto">
            <a:xfrm>
              <a:off x="6475719" y="516121"/>
              <a:ext cx="134757" cy="268184"/>
            </a:xfrm>
            <a:custGeom>
              <a:avLst/>
              <a:gdLst>
                <a:gd name="T0" fmla="*/ 58 w 310"/>
                <a:gd name="T1" fmla="*/ 472 h 617"/>
                <a:gd name="T2" fmla="*/ 58 w 310"/>
                <a:gd name="T3" fmla="*/ 242 h 617"/>
                <a:gd name="T4" fmla="*/ 0 w 310"/>
                <a:gd name="T5" fmla="*/ 242 h 617"/>
                <a:gd name="T6" fmla="*/ 0 w 310"/>
                <a:gd name="T7" fmla="*/ 124 h 617"/>
                <a:gd name="T8" fmla="*/ 58 w 310"/>
                <a:gd name="T9" fmla="*/ 124 h 617"/>
                <a:gd name="T10" fmla="*/ 58 w 310"/>
                <a:gd name="T11" fmla="*/ 0 h 617"/>
                <a:gd name="T12" fmla="*/ 196 w 310"/>
                <a:gd name="T13" fmla="*/ 0 h 617"/>
                <a:gd name="T14" fmla="*/ 196 w 310"/>
                <a:gd name="T15" fmla="*/ 124 h 617"/>
                <a:gd name="T16" fmla="*/ 310 w 310"/>
                <a:gd name="T17" fmla="*/ 124 h 617"/>
                <a:gd name="T18" fmla="*/ 310 w 310"/>
                <a:gd name="T19" fmla="*/ 242 h 617"/>
                <a:gd name="T20" fmla="*/ 196 w 310"/>
                <a:gd name="T21" fmla="*/ 242 h 617"/>
                <a:gd name="T22" fmla="*/ 196 w 310"/>
                <a:gd name="T23" fmla="*/ 449 h 617"/>
                <a:gd name="T24" fmla="*/ 240 w 310"/>
                <a:gd name="T25" fmla="*/ 496 h 617"/>
                <a:gd name="T26" fmla="*/ 308 w 310"/>
                <a:gd name="T27" fmla="*/ 479 h 617"/>
                <a:gd name="T28" fmla="*/ 308 w 310"/>
                <a:gd name="T29" fmla="*/ 589 h 617"/>
                <a:gd name="T30" fmla="*/ 199 w 310"/>
                <a:gd name="T31" fmla="*/ 617 h 617"/>
                <a:gd name="T32" fmla="*/ 58 w 310"/>
                <a:gd name="T33" fmla="*/ 47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7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6" y="242"/>
                    <a:pt x="196" y="242"/>
                    <a:pt x="196" y="242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89"/>
                    <a:pt x="308" y="589"/>
                    <a:pt x="308" y="589"/>
                  </a:cubicBezTo>
                  <a:cubicBezTo>
                    <a:pt x="279" y="607"/>
                    <a:pt x="245" y="617"/>
                    <a:pt x="199" y="617"/>
                  </a:cubicBezTo>
                  <a:cubicBezTo>
                    <a:pt x="115" y="617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0" name="Freeform 10"/>
            <p:cNvSpPr>
              <a:spLocks noEditPoints="1"/>
            </p:cNvSpPr>
            <p:nvPr userDrawn="1"/>
          </p:nvSpPr>
          <p:spPr bwMode="auto">
            <a:xfrm>
              <a:off x="6618455" y="566212"/>
              <a:ext cx="207012" cy="219424"/>
            </a:xfrm>
            <a:custGeom>
              <a:avLst/>
              <a:gdLst>
                <a:gd name="T0" fmla="*/ 0 w 476"/>
                <a:gd name="T1" fmla="*/ 254 h 505"/>
                <a:gd name="T2" fmla="*/ 0 w 476"/>
                <a:gd name="T3" fmla="*/ 253 h 505"/>
                <a:gd name="T4" fmla="*/ 240 w 476"/>
                <a:gd name="T5" fmla="*/ 0 h 505"/>
                <a:gd name="T6" fmla="*/ 476 w 476"/>
                <a:gd name="T7" fmla="*/ 263 h 505"/>
                <a:gd name="T8" fmla="*/ 475 w 476"/>
                <a:gd name="T9" fmla="*/ 300 h 505"/>
                <a:gd name="T10" fmla="*/ 137 w 476"/>
                <a:gd name="T11" fmla="*/ 300 h 505"/>
                <a:gd name="T12" fmla="*/ 256 w 476"/>
                <a:gd name="T13" fmla="*/ 395 h 505"/>
                <a:gd name="T14" fmla="*/ 373 w 476"/>
                <a:gd name="T15" fmla="*/ 345 h 505"/>
                <a:gd name="T16" fmla="*/ 452 w 476"/>
                <a:gd name="T17" fmla="*/ 415 h 505"/>
                <a:gd name="T18" fmla="*/ 254 w 476"/>
                <a:gd name="T19" fmla="*/ 505 h 505"/>
                <a:gd name="T20" fmla="*/ 0 w 476"/>
                <a:gd name="T21" fmla="*/ 254 h 505"/>
                <a:gd name="T22" fmla="*/ 342 w 476"/>
                <a:gd name="T23" fmla="*/ 214 h 505"/>
                <a:gd name="T24" fmla="*/ 240 w 476"/>
                <a:gd name="T25" fmla="*/ 111 h 505"/>
                <a:gd name="T26" fmla="*/ 135 w 476"/>
                <a:gd name="T27" fmla="*/ 214 h 505"/>
                <a:gd name="T28" fmla="*/ 342 w 476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6" y="126"/>
                    <a:pt x="476" y="263"/>
                  </a:cubicBezTo>
                  <a:cubicBezTo>
                    <a:pt x="476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2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2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1" name="Freeform 11"/>
            <p:cNvSpPr/>
            <p:nvPr userDrawn="1"/>
          </p:nvSpPr>
          <p:spPr bwMode="auto">
            <a:xfrm>
              <a:off x="6837879" y="564438"/>
              <a:ext cx="127221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2" name="Freeform 12"/>
            <p:cNvSpPr/>
            <p:nvPr userDrawn="1"/>
          </p:nvSpPr>
          <p:spPr bwMode="auto">
            <a:xfrm>
              <a:off x="4988072" y="888476"/>
              <a:ext cx="134757" cy="268628"/>
            </a:xfrm>
            <a:custGeom>
              <a:avLst/>
              <a:gdLst>
                <a:gd name="T0" fmla="*/ 58 w 310"/>
                <a:gd name="T1" fmla="*/ 472 h 618"/>
                <a:gd name="T2" fmla="*/ 58 w 310"/>
                <a:gd name="T3" fmla="*/ 242 h 618"/>
                <a:gd name="T4" fmla="*/ 0 w 310"/>
                <a:gd name="T5" fmla="*/ 242 h 618"/>
                <a:gd name="T6" fmla="*/ 0 w 310"/>
                <a:gd name="T7" fmla="*/ 124 h 618"/>
                <a:gd name="T8" fmla="*/ 58 w 310"/>
                <a:gd name="T9" fmla="*/ 124 h 618"/>
                <a:gd name="T10" fmla="*/ 58 w 310"/>
                <a:gd name="T11" fmla="*/ 0 h 618"/>
                <a:gd name="T12" fmla="*/ 195 w 310"/>
                <a:gd name="T13" fmla="*/ 0 h 618"/>
                <a:gd name="T14" fmla="*/ 195 w 310"/>
                <a:gd name="T15" fmla="*/ 124 h 618"/>
                <a:gd name="T16" fmla="*/ 310 w 310"/>
                <a:gd name="T17" fmla="*/ 124 h 618"/>
                <a:gd name="T18" fmla="*/ 310 w 310"/>
                <a:gd name="T19" fmla="*/ 242 h 618"/>
                <a:gd name="T20" fmla="*/ 195 w 310"/>
                <a:gd name="T21" fmla="*/ 242 h 618"/>
                <a:gd name="T22" fmla="*/ 195 w 310"/>
                <a:gd name="T23" fmla="*/ 449 h 618"/>
                <a:gd name="T24" fmla="*/ 240 w 310"/>
                <a:gd name="T25" fmla="*/ 496 h 618"/>
                <a:gd name="T26" fmla="*/ 308 w 310"/>
                <a:gd name="T27" fmla="*/ 479 h 618"/>
                <a:gd name="T28" fmla="*/ 308 w 310"/>
                <a:gd name="T29" fmla="*/ 590 h 618"/>
                <a:gd name="T30" fmla="*/ 199 w 310"/>
                <a:gd name="T31" fmla="*/ 618 h 618"/>
                <a:gd name="T32" fmla="*/ 58 w 310"/>
                <a:gd name="T33" fmla="*/ 472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8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5" y="242"/>
                    <a:pt x="195" y="242"/>
                    <a:pt x="195" y="242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90"/>
                    <a:pt x="308" y="590"/>
                    <a:pt x="308" y="590"/>
                  </a:cubicBezTo>
                  <a:cubicBezTo>
                    <a:pt x="279" y="607"/>
                    <a:pt x="245" y="618"/>
                    <a:pt x="199" y="618"/>
                  </a:cubicBezTo>
                  <a:cubicBezTo>
                    <a:pt x="115" y="618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3" name="Freeform 13"/>
            <p:cNvSpPr>
              <a:spLocks noEditPoints="1"/>
            </p:cNvSpPr>
            <p:nvPr userDrawn="1"/>
          </p:nvSpPr>
          <p:spPr bwMode="auto">
            <a:xfrm>
              <a:off x="5131251" y="938123"/>
              <a:ext cx="207455" cy="219867"/>
            </a:xfrm>
            <a:custGeom>
              <a:avLst/>
              <a:gdLst>
                <a:gd name="T0" fmla="*/ 0 w 477"/>
                <a:gd name="T1" fmla="*/ 254 h 505"/>
                <a:gd name="T2" fmla="*/ 0 w 477"/>
                <a:gd name="T3" fmla="*/ 253 h 505"/>
                <a:gd name="T4" fmla="*/ 240 w 477"/>
                <a:gd name="T5" fmla="*/ 0 h 505"/>
                <a:gd name="T6" fmla="*/ 477 w 477"/>
                <a:gd name="T7" fmla="*/ 263 h 505"/>
                <a:gd name="T8" fmla="*/ 475 w 477"/>
                <a:gd name="T9" fmla="*/ 300 h 505"/>
                <a:gd name="T10" fmla="*/ 137 w 477"/>
                <a:gd name="T11" fmla="*/ 300 h 505"/>
                <a:gd name="T12" fmla="*/ 256 w 477"/>
                <a:gd name="T13" fmla="*/ 395 h 505"/>
                <a:gd name="T14" fmla="*/ 373 w 477"/>
                <a:gd name="T15" fmla="*/ 345 h 505"/>
                <a:gd name="T16" fmla="*/ 452 w 477"/>
                <a:gd name="T17" fmla="*/ 415 h 505"/>
                <a:gd name="T18" fmla="*/ 254 w 477"/>
                <a:gd name="T19" fmla="*/ 505 h 505"/>
                <a:gd name="T20" fmla="*/ 0 w 477"/>
                <a:gd name="T21" fmla="*/ 254 h 505"/>
                <a:gd name="T22" fmla="*/ 343 w 477"/>
                <a:gd name="T23" fmla="*/ 214 h 505"/>
                <a:gd name="T24" fmla="*/ 240 w 477"/>
                <a:gd name="T25" fmla="*/ 111 h 505"/>
                <a:gd name="T26" fmla="*/ 135 w 477"/>
                <a:gd name="T27" fmla="*/ 214 h 505"/>
                <a:gd name="T28" fmla="*/ 343 w 477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7" y="126"/>
                    <a:pt x="477" y="263"/>
                  </a:cubicBezTo>
                  <a:cubicBezTo>
                    <a:pt x="477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3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3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4" name="Freeform 14"/>
            <p:cNvSpPr/>
            <p:nvPr userDrawn="1"/>
          </p:nvSpPr>
          <p:spPr bwMode="auto">
            <a:xfrm>
              <a:off x="5348015" y="938123"/>
              <a:ext cx="195486" cy="219867"/>
            </a:xfrm>
            <a:custGeom>
              <a:avLst/>
              <a:gdLst>
                <a:gd name="T0" fmla="*/ 0 w 450"/>
                <a:gd name="T1" fmla="*/ 254 h 505"/>
                <a:gd name="T2" fmla="*/ 0 w 450"/>
                <a:gd name="T3" fmla="*/ 253 h 505"/>
                <a:gd name="T4" fmla="*/ 254 w 450"/>
                <a:gd name="T5" fmla="*/ 0 h 505"/>
                <a:gd name="T6" fmla="*/ 448 w 450"/>
                <a:gd name="T7" fmla="*/ 82 h 505"/>
                <a:gd name="T8" fmla="*/ 363 w 450"/>
                <a:gd name="T9" fmla="*/ 172 h 505"/>
                <a:gd name="T10" fmla="*/ 253 w 450"/>
                <a:gd name="T11" fmla="*/ 119 h 505"/>
                <a:gd name="T12" fmla="*/ 135 w 450"/>
                <a:gd name="T13" fmla="*/ 251 h 505"/>
                <a:gd name="T14" fmla="*/ 135 w 450"/>
                <a:gd name="T15" fmla="*/ 253 h 505"/>
                <a:gd name="T16" fmla="*/ 258 w 450"/>
                <a:gd name="T17" fmla="*/ 387 h 505"/>
                <a:gd name="T18" fmla="*/ 370 w 450"/>
                <a:gd name="T19" fmla="*/ 335 h 505"/>
                <a:gd name="T20" fmla="*/ 450 w 450"/>
                <a:gd name="T21" fmla="*/ 416 h 505"/>
                <a:gd name="T22" fmla="*/ 252 w 450"/>
                <a:gd name="T23" fmla="*/ 505 h 505"/>
                <a:gd name="T24" fmla="*/ 0 w 450"/>
                <a:gd name="T25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0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06" y="0"/>
                    <a:pt x="254" y="0"/>
                  </a:cubicBezTo>
                  <a:cubicBezTo>
                    <a:pt x="345" y="0"/>
                    <a:pt x="402" y="31"/>
                    <a:pt x="448" y="82"/>
                  </a:cubicBezTo>
                  <a:cubicBezTo>
                    <a:pt x="363" y="172"/>
                    <a:pt x="363" y="172"/>
                    <a:pt x="363" y="172"/>
                  </a:cubicBezTo>
                  <a:cubicBezTo>
                    <a:pt x="333" y="139"/>
                    <a:pt x="302" y="119"/>
                    <a:pt x="253" y="119"/>
                  </a:cubicBezTo>
                  <a:cubicBezTo>
                    <a:pt x="184" y="119"/>
                    <a:pt x="135" y="179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7"/>
                    <a:pt x="183" y="387"/>
                    <a:pt x="258" y="387"/>
                  </a:cubicBezTo>
                  <a:cubicBezTo>
                    <a:pt x="305" y="387"/>
                    <a:pt x="336" y="367"/>
                    <a:pt x="370" y="335"/>
                  </a:cubicBezTo>
                  <a:cubicBezTo>
                    <a:pt x="450" y="416"/>
                    <a:pt x="450" y="416"/>
                    <a:pt x="450" y="416"/>
                  </a:cubicBezTo>
                  <a:cubicBezTo>
                    <a:pt x="403" y="468"/>
                    <a:pt x="349" y="505"/>
                    <a:pt x="252" y="505"/>
                  </a:cubicBezTo>
                  <a:cubicBezTo>
                    <a:pt x="106" y="505"/>
                    <a:pt x="0" y="393"/>
                    <a:pt x="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5" name="Freeform 15"/>
            <p:cNvSpPr/>
            <p:nvPr userDrawn="1"/>
          </p:nvSpPr>
          <p:spPr bwMode="auto">
            <a:xfrm>
              <a:off x="5553254" y="866312"/>
              <a:ext cx="193270" cy="286802"/>
            </a:xfrm>
            <a:custGeom>
              <a:avLst/>
              <a:gdLst>
                <a:gd name="T0" fmla="*/ 0 w 445"/>
                <a:gd name="T1" fmla="*/ 0 h 660"/>
                <a:gd name="T2" fmla="*/ 138 w 445"/>
                <a:gd name="T3" fmla="*/ 0 h 660"/>
                <a:gd name="T4" fmla="*/ 138 w 445"/>
                <a:gd name="T5" fmla="*/ 244 h 660"/>
                <a:gd name="T6" fmla="*/ 280 w 445"/>
                <a:gd name="T7" fmla="*/ 166 h 660"/>
                <a:gd name="T8" fmla="*/ 445 w 445"/>
                <a:gd name="T9" fmla="*/ 346 h 660"/>
                <a:gd name="T10" fmla="*/ 445 w 445"/>
                <a:gd name="T11" fmla="*/ 660 h 660"/>
                <a:gd name="T12" fmla="*/ 307 w 445"/>
                <a:gd name="T13" fmla="*/ 660 h 660"/>
                <a:gd name="T14" fmla="*/ 307 w 445"/>
                <a:gd name="T15" fmla="*/ 390 h 660"/>
                <a:gd name="T16" fmla="*/ 224 w 445"/>
                <a:gd name="T17" fmla="*/ 291 h 660"/>
                <a:gd name="T18" fmla="*/ 138 w 445"/>
                <a:gd name="T19" fmla="*/ 390 h 660"/>
                <a:gd name="T20" fmla="*/ 138 w 445"/>
                <a:gd name="T21" fmla="*/ 660 h 660"/>
                <a:gd name="T22" fmla="*/ 0 w 445"/>
                <a:gd name="T23" fmla="*/ 660 h 660"/>
                <a:gd name="T24" fmla="*/ 0 w 445"/>
                <a:gd name="T25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5" h="660">
                  <a:moveTo>
                    <a:pt x="0" y="0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138" y="244"/>
                    <a:pt x="138" y="244"/>
                    <a:pt x="138" y="244"/>
                  </a:cubicBezTo>
                  <a:cubicBezTo>
                    <a:pt x="169" y="203"/>
                    <a:pt x="210" y="166"/>
                    <a:pt x="280" y="166"/>
                  </a:cubicBezTo>
                  <a:cubicBezTo>
                    <a:pt x="384" y="166"/>
                    <a:pt x="445" y="235"/>
                    <a:pt x="445" y="346"/>
                  </a:cubicBezTo>
                  <a:cubicBezTo>
                    <a:pt x="445" y="660"/>
                    <a:pt x="445" y="660"/>
                    <a:pt x="445" y="660"/>
                  </a:cubicBezTo>
                  <a:cubicBezTo>
                    <a:pt x="307" y="660"/>
                    <a:pt x="307" y="660"/>
                    <a:pt x="307" y="66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24"/>
                    <a:pt x="276" y="291"/>
                    <a:pt x="224" y="291"/>
                  </a:cubicBezTo>
                  <a:cubicBezTo>
                    <a:pt x="171" y="291"/>
                    <a:pt x="138" y="324"/>
                    <a:pt x="138" y="390"/>
                  </a:cubicBezTo>
                  <a:cubicBezTo>
                    <a:pt x="138" y="660"/>
                    <a:pt x="138" y="660"/>
                    <a:pt x="138" y="660"/>
                  </a:cubicBezTo>
                  <a:cubicBezTo>
                    <a:pt x="0" y="660"/>
                    <a:pt x="0" y="660"/>
                    <a:pt x="0" y="66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6" name="Freeform 16"/>
            <p:cNvSpPr/>
            <p:nvPr userDrawn="1"/>
          </p:nvSpPr>
          <p:spPr bwMode="auto">
            <a:xfrm>
              <a:off x="5762039" y="938123"/>
              <a:ext cx="192827" cy="214991"/>
            </a:xfrm>
            <a:custGeom>
              <a:avLst/>
              <a:gdLst>
                <a:gd name="T0" fmla="*/ 0 w 444"/>
                <a:gd name="T1" fmla="*/ 9 h 494"/>
                <a:gd name="T2" fmla="*/ 137 w 444"/>
                <a:gd name="T3" fmla="*/ 9 h 494"/>
                <a:gd name="T4" fmla="*/ 137 w 444"/>
                <a:gd name="T5" fmla="*/ 78 h 494"/>
                <a:gd name="T6" fmla="*/ 279 w 444"/>
                <a:gd name="T7" fmla="*/ 0 h 494"/>
                <a:gd name="T8" fmla="*/ 444 w 444"/>
                <a:gd name="T9" fmla="*/ 180 h 494"/>
                <a:gd name="T10" fmla="*/ 444 w 444"/>
                <a:gd name="T11" fmla="*/ 494 h 494"/>
                <a:gd name="T12" fmla="*/ 306 w 444"/>
                <a:gd name="T13" fmla="*/ 494 h 494"/>
                <a:gd name="T14" fmla="*/ 306 w 444"/>
                <a:gd name="T15" fmla="*/ 224 h 494"/>
                <a:gd name="T16" fmla="*/ 223 w 444"/>
                <a:gd name="T17" fmla="*/ 125 h 494"/>
                <a:gd name="T18" fmla="*/ 137 w 444"/>
                <a:gd name="T19" fmla="*/ 224 h 494"/>
                <a:gd name="T20" fmla="*/ 137 w 444"/>
                <a:gd name="T21" fmla="*/ 494 h 494"/>
                <a:gd name="T22" fmla="*/ 0 w 444"/>
                <a:gd name="T23" fmla="*/ 494 h 494"/>
                <a:gd name="T24" fmla="*/ 0 w 444"/>
                <a:gd name="T25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4" h="494">
                  <a:moveTo>
                    <a:pt x="0" y="9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69" y="37"/>
                    <a:pt x="210" y="0"/>
                    <a:pt x="279" y="0"/>
                  </a:cubicBezTo>
                  <a:cubicBezTo>
                    <a:pt x="383" y="0"/>
                    <a:pt x="444" y="69"/>
                    <a:pt x="444" y="180"/>
                  </a:cubicBezTo>
                  <a:cubicBezTo>
                    <a:pt x="444" y="494"/>
                    <a:pt x="444" y="494"/>
                    <a:pt x="444" y="494"/>
                  </a:cubicBezTo>
                  <a:cubicBezTo>
                    <a:pt x="306" y="494"/>
                    <a:pt x="306" y="494"/>
                    <a:pt x="306" y="494"/>
                  </a:cubicBezTo>
                  <a:cubicBezTo>
                    <a:pt x="306" y="224"/>
                    <a:pt x="306" y="224"/>
                    <a:pt x="306" y="224"/>
                  </a:cubicBezTo>
                  <a:cubicBezTo>
                    <a:pt x="306" y="158"/>
                    <a:pt x="276" y="125"/>
                    <a:pt x="223" y="125"/>
                  </a:cubicBezTo>
                  <a:cubicBezTo>
                    <a:pt x="171" y="125"/>
                    <a:pt x="137" y="158"/>
                    <a:pt x="137" y="224"/>
                  </a:cubicBezTo>
                  <a:cubicBezTo>
                    <a:pt x="137" y="494"/>
                    <a:pt x="137" y="494"/>
                    <a:pt x="137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7" name="Freeform 17"/>
            <p:cNvSpPr>
              <a:spLocks noEditPoints="1"/>
            </p:cNvSpPr>
            <p:nvPr userDrawn="1"/>
          </p:nvSpPr>
          <p:spPr bwMode="auto">
            <a:xfrm>
              <a:off x="5967277" y="938123"/>
              <a:ext cx="228289" cy="219867"/>
            </a:xfrm>
            <a:custGeom>
              <a:avLst/>
              <a:gdLst>
                <a:gd name="T0" fmla="*/ 0 w 525"/>
                <a:gd name="T1" fmla="*/ 254 h 505"/>
                <a:gd name="T2" fmla="*/ 0 w 525"/>
                <a:gd name="T3" fmla="*/ 253 h 505"/>
                <a:gd name="T4" fmla="*/ 263 w 525"/>
                <a:gd name="T5" fmla="*/ 0 h 505"/>
                <a:gd name="T6" fmla="*/ 525 w 525"/>
                <a:gd name="T7" fmla="*/ 251 h 505"/>
                <a:gd name="T8" fmla="*/ 525 w 525"/>
                <a:gd name="T9" fmla="*/ 253 h 505"/>
                <a:gd name="T10" fmla="*/ 262 w 525"/>
                <a:gd name="T11" fmla="*/ 505 h 505"/>
                <a:gd name="T12" fmla="*/ 0 w 525"/>
                <a:gd name="T13" fmla="*/ 254 h 505"/>
                <a:gd name="T14" fmla="*/ 389 w 525"/>
                <a:gd name="T15" fmla="*/ 254 h 505"/>
                <a:gd name="T16" fmla="*/ 389 w 525"/>
                <a:gd name="T17" fmla="*/ 253 h 505"/>
                <a:gd name="T18" fmla="*/ 262 w 525"/>
                <a:gd name="T19" fmla="*/ 119 h 505"/>
                <a:gd name="T20" fmla="*/ 136 w 525"/>
                <a:gd name="T21" fmla="*/ 251 h 505"/>
                <a:gd name="T22" fmla="*/ 136 w 525"/>
                <a:gd name="T23" fmla="*/ 253 h 505"/>
                <a:gd name="T24" fmla="*/ 263 w 525"/>
                <a:gd name="T25" fmla="*/ 387 h 505"/>
                <a:gd name="T26" fmla="*/ 389 w 525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2" y="0"/>
                    <a:pt x="263" y="0"/>
                  </a:cubicBezTo>
                  <a:cubicBezTo>
                    <a:pt x="414" y="0"/>
                    <a:pt x="525" y="111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3" y="505"/>
                    <a:pt x="262" y="505"/>
                  </a:cubicBezTo>
                  <a:cubicBezTo>
                    <a:pt x="111" y="505"/>
                    <a:pt x="0" y="394"/>
                    <a:pt x="0" y="254"/>
                  </a:cubicBezTo>
                  <a:close/>
                  <a:moveTo>
                    <a:pt x="389" y="254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8" name="Rectangle 18"/>
            <p:cNvSpPr>
              <a:spLocks noChangeArrowheads="1"/>
            </p:cNvSpPr>
            <p:nvPr userDrawn="1"/>
          </p:nvSpPr>
          <p:spPr bwMode="auto">
            <a:xfrm>
              <a:off x="6207091" y="866312"/>
              <a:ext cx="59843" cy="28680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9" name="Freeform 19"/>
            <p:cNvSpPr>
              <a:spLocks noEditPoints="1"/>
            </p:cNvSpPr>
            <p:nvPr userDrawn="1"/>
          </p:nvSpPr>
          <p:spPr bwMode="auto">
            <a:xfrm>
              <a:off x="6278460" y="938123"/>
              <a:ext cx="228732" cy="219867"/>
            </a:xfrm>
            <a:custGeom>
              <a:avLst/>
              <a:gdLst>
                <a:gd name="T0" fmla="*/ 0 w 526"/>
                <a:gd name="T1" fmla="*/ 254 h 505"/>
                <a:gd name="T2" fmla="*/ 0 w 526"/>
                <a:gd name="T3" fmla="*/ 253 h 505"/>
                <a:gd name="T4" fmla="*/ 264 w 526"/>
                <a:gd name="T5" fmla="*/ 0 h 505"/>
                <a:gd name="T6" fmla="*/ 526 w 526"/>
                <a:gd name="T7" fmla="*/ 251 h 505"/>
                <a:gd name="T8" fmla="*/ 526 w 526"/>
                <a:gd name="T9" fmla="*/ 253 h 505"/>
                <a:gd name="T10" fmla="*/ 262 w 526"/>
                <a:gd name="T11" fmla="*/ 505 h 505"/>
                <a:gd name="T12" fmla="*/ 0 w 526"/>
                <a:gd name="T13" fmla="*/ 254 h 505"/>
                <a:gd name="T14" fmla="*/ 390 w 526"/>
                <a:gd name="T15" fmla="*/ 254 h 505"/>
                <a:gd name="T16" fmla="*/ 390 w 526"/>
                <a:gd name="T17" fmla="*/ 253 h 505"/>
                <a:gd name="T18" fmla="*/ 262 w 526"/>
                <a:gd name="T19" fmla="*/ 119 h 505"/>
                <a:gd name="T20" fmla="*/ 136 w 526"/>
                <a:gd name="T21" fmla="*/ 251 h 505"/>
                <a:gd name="T22" fmla="*/ 136 w 526"/>
                <a:gd name="T23" fmla="*/ 253 h 505"/>
                <a:gd name="T24" fmla="*/ 264 w 526"/>
                <a:gd name="T25" fmla="*/ 387 h 505"/>
                <a:gd name="T26" fmla="*/ 390 w 526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3" y="0"/>
                    <a:pt x="264" y="0"/>
                  </a:cubicBezTo>
                  <a:cubicBezTo>
                    <a:pt x="414" y="0"/>
                    <a:pt x="526" y="111"/>
                    <a:pt x="526" y="251"/>
                  </a:cubicBezTo>
                  <a:cubicBezTo>
                    <a:pt x="526" y="253"/>
                    <a:pt x="526" y="253"/>
                    <a:pt x="526" y="253"/>
                  </a:cubicBezTo>
                  <a:cubicBezTo>
                    <a:pt x="526" y="392"/>
                    <a:pt x="413" y="505"/>
                    <a:pt x="262" y="505"/>
                  </a:cubicBezTo>
                  <a:cubicBezTo>
                    <a:pt x="112" y="505"/>
                    <a:pt x="0" y="394"/>
                    <a:pt x="0" y="254"/>
                  </a:cubicBezTo>
                  <a:close/>
                  <a:moveTo>
                    <a:pt x="390" y="254"/>
                  </a:moveTo>
                  <a:cubicBezTo>
                    <a:pt x="390" y="253"/>
                    <a:pt x="390" y="253"/>
                    <a:pt x="390" y="253"/>
                  </a:cubicBezTo>
                  <a:cubicBezTo>
                    <a:pt x="390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8" y="387"/>
                    <a:pt x="264" y="387"/>
                  </a:cubicBezTo>
                  <a:cubicBezTo>
                    <a:pt x="343" y="387"/>
                    <a:pt x="390" y="326"/>
                    <a:pt x="39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0" name="Freeform 20"/>
            <p:cNvSpPr>
              <a:spLocks noEditPoints="1"/>
            </p:cNvSpPr>
            <p:nvPr userDrawn="1"/>
          </p:nvSpPr>
          <p:spPr bwMode="auto">
            <a:xfrm>
              <a:off x="6516057" y="938123"/>
              <a:ext cx="221197" cy="278823"/>
            </a:xfrm>
            <a:custGeom>
              <a:avLst/>
              <a:gdLst>
                <a:gd name="T0" fmla="*/ 24 w 509"/>
                <a:gd name="T1" fmla="*/ 590 h 641"/>
                <a:gd name="T2" fmla="*/ 71 w 509"/>
                <a:gd name="T3" fmla="*/ 487 h 641"/>
                <a:gd name="T4" fmla="*/ 235 w 509"/>
                <a:gd name="T5" fmla="*/ 531 h 641"/>
                <a:gd name="T6" fmla="*/ 373 w 509"/>
                <a:gd name="T7" fmla="*/ 399 h 641"/>
                <a:gd name="T8" fmla="*/ 373 w 509"/>
                <a:gd name="T9" fmla="*/ 376 h 641"/>
                <a:gd name="T10" fmla="*/ 215 w 509"/>
                <a:gd name="T11" fmla="*/ 454 h 641"/>
                <a:gd name="T12" fmla="*/ 0 w 509"/>
                <a:gd name="T13" fmla="*/ 228 h 641"/>
                <a:gd name="T14" fmla="*/ 0 w 509"/>
                <a:gd name="T15" fmla="*/ 226 h 641"/>
                <a:gd name="T16" fmla="*/ 215 w 509"/>
                <a:gd name="T17" fmla="*/ 0 h 641"/>
                <a:gd name="T18" fmla="*/ 372 w 509"/>
                <a:gd name="T19" fmla="*/ 72 h 641"/>
                <a:gd name="T20" fmla="*/ 372 w 509"/>
                <a:gd name="T21" fmla="*/ 9 h 641"/>
                <a:gd name="T22" fmla="*/ 509 w 509"/>
                <a:gd name="T23" fmla="*/ 9 h 641"/>
                <a:gd name="T24" fmla="*/ 509 w 509"/>
                <a:gd name="T25" fmla="*/ 385 h 641"/>
                <a:gd name="T26" fmla="*/ 448 w 509"/>
                <a:gd name="T27" fmla="*/ 576 h 641"/>
                <a:gd name="T28" fmla="*/ 239 w 509"/>
                <a:gd name="T29" fmla="*/ 641 h 641"/>
                <a:gd name="T30" fmla="*/ 24 w 509"/>
                <a:gd name="T31" fmla="*/ 590 h 641"/>
                <a:gd name="T32" fmla="*/ 373 w 509"/>
                <a:gd name="T33" fmla="*/ 228 h 641"/>
                <a:gd name="T34" fmla="*/ 373 w 509"/>
                <a:gd name="T35" fmla="*/ 226 h 641"/>
                <a:gd name="T36" fmla="*/ 255 w 509"/>
                <a:gd name="T37" fmla="*/ 114 h 641"/>
                <a:gd name="T38" fmla="*/ 137 w 509"/>
                <a:gd name="T39" fmla="*/ 226 h 641"/>
                <a:gd name="T40" fmla="*/ 137 w 509"/>
                <a:gd name="T41" fmla="*/ 228 h 641"/>
                <a:gd name="T42" fmla="*/ 255 w 509"/>
                <a:gd name="T43" fmla="*/ 340 h 641"/>
                <a:gd name="T44" fmla="*/ 373 w 509"/>
                <a:gd name="T45" fmla="*/ 228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9" h="641">
                  <a:moveTo>
                    <a:pt x="24" y="590"/>
                  </a:moveTo>
                  <a:cubicBezTo>
                    <a:pt x="71" y="487"/>
                    <a:pt x="71" y="487"/>
                    <a:pt x="71" y="487"/>
                  </a:cubicBezTo>
                  <a:cubicBezTo>
                    <a:pt x="121" y="515"/>
                    <a:pt x="171" y="531"/>
                    <a:pt x="235" y="531"/>
                  </a:cubicBezTo>
                  <a:cubicBezTo>
                    <a:pt x="329" y="531"/>
                    <a:pt x="373" y="486"/>
                    <a:pt x="373" y="399"/>
                  </a:cubicBezTo>
                  <a:cubicBezTo>
                    <a:pt x="373" y="376"/>
                    <a:pt x="373" y="376"/>
                    <a:pt x="373" y="376"/>
                  </a:cubicBezTo>
                  <a:cubicBezTo>
                    <a:pt x="333" y="425"/>
                    <a:pt x="288" y="454"/>
                    <a:pt x="215" y="454"/>
                  </a:cubicBezTo>
                  <a:cubicBezTo>
                    <a:pt x="102" y="454"/>
                    <a:pt x="0" y="372"/>
                    <a:pt x="0" y="228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82"/>
                    <a:pt x="104" y="0"/>
                    <a:pt x="215" y="0"/>
                  </a:cubicBezTo>
                  <a:cubicBezTo>
                    <a:pt x="290" y="0"/>
                    <a:pt x="334" y="32"/>
                    <a:pt x="372" y="72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509" y="9"/>
                    <a:pt x="509" y="9"/>
                    <a:pt x="509" y="9"/>
                  </a:cubicBezTo>
                  <a:cubicBezTo>
                    <a:pt x="509" y="385"/>
                    <a:pt x="509" y="385"/>
                    <a:pt x="509" y="385"/>
                  </a:cubicBezTo>
                  <a:cubicBezTo>
                    <a:pt x="509" y="472"/>
                    <a:pt x="488" y="535"/>
                    <a:pt x="448" y="576"/>
                  </a:cubicBezTo>
                  <a:cubicBezTo>
                    <a:pt x="402" y="621"/>
                    <a:pt x="333" y="641"/>
                    <a:pt x="239" y="641"/>
                  </a:cubicBezTo>
                  <a:cubicBezTo>
                    <a:pt x="160" y="641"/>
                    <a:pt x="86" y="623"/>
                    <a:pt x="24" y="590"/>
                  </a:cubicBezTo>
                  <a:close/>
                  <a:moveTo>
                    <a:pt x="373" y="228"/>
                  </a:moveTo>
                  <a:cubicBezTo>
                    <a:pt x="373" y="226"/>
                    <a:pt x="373" y="226"/>
                    <a:pt x="373" y="226"/>
                  </a:cubicBezTo>
                  <a:cubicBezTo>
                    <a:pt x="373" y="160"/>
                    <a:pt x="322" y="114"/>
                    <a:pt x="255" y="114"/>
                  </a:cubicBezTo>
                  <a:cubicBezTo>
                    <a:pt x="188" y="114"/>
                    <a:pt x="137" y="160"/>
                    <a:pt x="137" y="226"/>
                  </a:cubicBezTo>
                  <a:cubicBezTo>
                    <a:pt x="137" y="228"/>
                    <a:pt x="137" y="228"/>
                    <a:pt x="137" y="228"/>
                  </a:cubicBezTo>
                  <a:cubicBezTo>
                    <a:pt x="137" y="295"/>
                    <a:pt x="188" y="340"/>
                    <a:pt x="255" y="340"/>
                  </a:cubicBezTo>
                  <a:cubicBezTo>
                    <a:pt x="322" y="340"/>
                    <a:pt x="373" y="294"/>
                    <a:pt x="373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1" name="Freeform 21"/>
            <p:cNvSpPr/>
            <p:nvPr userDrawn="1"/>
          </p:nvSpPr>
          <p:spPr bwMode="auto">
            <a:xfrm>
              <a:off x="6747450" y="942113"/>
              <a:ext cx="219424" cy="275277"/>
            </a:xfrm>
            <a:custGeom>
              <a:avLst/>
              <a:gdLst>
                <a:gd name="T0" fmla="*/ 362 w 505"/>
                <a:gd name="T1" fmla="*/ 0 h 633"/>
                <a:gd name="T2" fmla="*/ 505 w 505"/>
                <a:gd name="T3" fmla="*/ 0 h 633"/>
                <a:gd name="T4" fmla="*/ 319 w 505"/>
                <a:gd name="T5" fmla="*/ 497 h 633"/>
                <a:gd name="T6" fmla="*/ 159 w 505"/>
                <a:gd name="T7" fmla="*/ 633 h 633"/>
                <a:gd name="T8" fmla="*/ 37 w 505"/>
                <a:gd name="T9" fmla="*/ 599 h 633"/>
                <a:gd name="T10" fmla="*/ 83 w 505"/>
                <a:gd name="T11" fmla="*/ 500 h 633"/>
                <a:gd name="T12" fmla="*/ 142 w 505"/>
                <a:gd name="T13" fmla="*/ 519 h 633"/>
                <a:gd name="T14" fmla="*/ 190 w 505"/>
                <a:gd name="T15" fmla="*/ 487 h 633"/>
                <a:gd name="T16" fmla="*/ 0 w 505"/>
                <a:gd name="T17" fmla="*/ 0 h 633"/>
                <a:gd name="T18" fmla="*/ 146 w 505"/>
                <a:gd name="T19" fmla="*/ 0 h 633"/>
                <a:gd name="T20" fmla="*/ 256 w 505"/>
                <a:gd name="T21" fmla="*/ 331 h 633"/>
                <a:gd name="T22" fmla="*/ 362 w 505"/>
                <a:gd name="T23" fmla="*/ 0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05" h="633">
                  <a:moveTo>
                    <a:pt x="362" y="0"/>
                  </a:moveTo>
                  <a:cubicBezTo>
                    <a:pt x="505" y="0"/>
                    <a:pt x="505" y="0"/>
                    <a:pt x="505" y="0"/>
                  </a:cubicBezTo>
                  <a:cubicBezTo>
                    <a:pt x="319" y="497"/>
                    <a:pt x="319" y="497"/>
                    <a:pt x="319" y="497"/>
                  </a:cubicBezTo>
                  <a:cubicBezTo>
                    <a:pt x="282" y="596"/>
                    <a:pt x="242" y="633"/>
                    <a:pt x="159" y="633"/>
                  </a:cubicBezTo>
                  <a:cubicBezTo>
                    <a:pt x="110" y="633"/>
                    <a:pt x="73" y="620"/>
                    <a:pt x="37" y="599"/>
                  </a:cubicBezTo>
                  <a:cubicBezTo>
                    <a:pt x="83" y="500"/>
                    <a:pt x="83" y="500"/>
                    <a:pt x="83" y="500"/>
                  </a:cubicBezTo>
                  <a:cubicBezTo>
                    <a:pt x="101" y="511"/>
                    <a:pt x="124" y="519"/>
                    <a:pt x="142" y="519"/>
                  </a:cubicBezTo>
                  <a:cubicBezTo>
                    <a:pt x="166" y="519"/>
                    <a:pt x="178" y="512"/>
                    <a:pt x="190" y="48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256" y="331"/>
                    <a:pt x="256" y="331"/>
                    <a:pt x="256" y="331"/>
                  </a:cubicBezTo>
                  <a:lnTo>
                    <a:pt x="3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2" name="Freeform 22"/>
            <p:cNvSpPr/>
            <p:nvPr userDrawn="1"/>
          </p:nvSpPr>
          <p:spPr bwMode="auto">
            <a:xfrm>
              <a:off x="6005842" y="1258171"/>
              <a:ext cx="132541" cy="290348"/>
            </a:xfrm>
            <a:custGeom>
              <a:avLst/>
              <a:gdLst>
                <a:gd name="T0" fmla="*/ 57 w 305"/>
                <a:gd name="T1" fmla="*/ 299 h 667"/>
                <a:gd name="T2" fmla="*/ 0 w 305"/>
                <a:gd name="T3" fmla="*/ 299 h 667"/>
                <a:gd name="T4" fmla="*/ 0 w 305"/>
                <a:gd name="T5" fmla="*/ 186 h 667"/>
                <a:gd name="T6" fmla="*/ 57 w 305"/>
                <a:gd name="T7" fmla="*/ 186 h 667"/>
                <a:gd name="T8" fmla="*/ 57 w 305"/>
                <a:gd name="T9" fmla="*/ 155 h 667"/>
                <a:gd name="T10" fmla="*/ 96 w 305"/>
                <a:gd name="T11" fmla="*/ 38 h 667"/>
                <a:gd name="T12" fmla="*/ 208 w 305"/>
                <a:gd name="T13" fmla="*/ 0 h 667"/>
                <a:gd name="T14" fmla="*/ 305 w 305"/>
                <a:gd name="T15" fmla="*/ 13 h 667"/>
                <a:gd name="T16" fmla="*/ 305 w 305"/>
                <a:gd name="T17" fmla="*/ 127 h 667"/>
                <a:gd name="T18" fmla="*/ 243 w 305"/>
                <a:gd name="T19" fmla="*/ 115 h 667"/>
                <a:gd name="T20" fmla="*/ 193 w 305"/>
                <a:gd name="T21" fmla="*/ 168 h 667"/>
                <a:gd name="T22" fmla="*/ 193 w 305"/>
                <a:gd name="T23" fmla="*/ 187 h 667"/>
                <a:gd name="T24" fmla="*/ 305 w 305"/>
                <a:gd name="T25" fmla="*/ 187 h 667"/>
                <a:gd name="T26" fmla="*/ 305 w 305"/>
                <a:gd name="T27" fmla="*/ 299 h 667"/>
                <a:gd name="T28" fmla="*/ 195 w 305"/>
                <a:gd name="T29" fmla="*/ 299 h 667"/>
                <a:gd name="T30" fmla="*/ 195 w 305"/>
                <a:gd name="T31" fmla="*/ 667 h 667"/>
                <a:gd name="T32" fmla="*/ 57 w 305"/>
                <a:gd name="T33" fmla="*/ 667 h 667"/>
                <a:gd name="T34" fmla="*/ 57 w 305"/>
                <a:gd name="T35" fmla="*/ 299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5" h="667">
                  <a:moveTo>
                    <a:pt x="57" y="299"/>
                  </a:moveTo>
                  <a:cubicBezTo>
                    <a:pt x="0" y="299"/>
                    <a:pt x="0" y="299"/>
                    <a:pt x="0" y="299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57" y="186"/>
                    <a:pt x="57" y="186"/>
                    <a:pt x="57" y="186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7" y="102"/>
                    <a:pt x="71" y="63"/>
                    <a:pt x="96" y="38"/>
                  </a:cubicBezTo>
                  <a:cubicBezTo>
                    <a:pt x="122" y="12"/>
                    <a:pt x="159" y="0"/>
                    <a:pt x="208" y="0"/>
                  </a:cubicBezTo>
                  <a:cubicBezTo>
                    <a:pt x="251" y="0"/>
                    <a:pt x="280" y="5"/>
                    <a:pt x="305" y="13"/>
                  </a:cubicBezTo>
                  <a:cubicBezTo>
                    <a:pt x="305" y="127"/>
                    <a:pt x="305" y="127"/>
                    <a:pt x="305" y="127"/>
                  </a:cubicBezTo>
                  <a:cubicBezTo>
                    <a:pt x="286" y="120"/>
                    <a:pt x="267" y="115"/>
                    <a:pt x="243" y="115"/>
                  </a:cubicBezTo>
                  <a:cubicBezTo>
                    <a:pt x="211" y="115"/>
                    <a:pt x="193" y="132"/>
                    <a:pt x="193" y="168"/>
                  </a:cubicBezTo>
                  <a:cubicBezTo>
                    <a:pt x="193" y="187"/>
                    <a:pt x="193" y="187"/>
                    <a:pt x="193" y="187"/>
                  </a:cubicBezTo>
                  <a:cubicBezTo>
                    <a:pt x="305" y="187"/>
                    <a:pt x="305" y="187"/>
                    <a:pt x="305" y="187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195" y="299"/>
                    <a:pt x="195" y="299"/>
                    <a:pt x="195" y="299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57" y="667"/>
                    <a:pt x="57" y="667"/>
                    <a:pt x="57" y="667"/>
                  </a:cubicBezTo>
                  <a:lnTo>
                    <a:pt x="57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3" name="Freeform 23"/>
            <p:cNvSpPr>
              <a:spLocks noEditPoints="1"/>
            </p:cNvSpPr>
            <p:nvPr userDrawn="1"/>
          </p:nvSpPr>
          <p:spPr bwMode="auto">
            <a:xfrm>
              <a:off x="6137497" y="1333086"/>
              <a:ext cx="228289" cy="219867"/>
            </a:xfrm>
            <a:custGeom>
              <a:avLst/>
              <a:gdLst>
                <a:gd name="T0" fmla="*/ 0 w 525"/>
                <a:gd name="T1" fmla="*/ 255 h 506"/>
                <a:gd name="T2" fmla="*/ 0 w 525"/>
                <a:gd name="T3" fmla="*/ 253 h 506"/>
                <a:gd name="T4" fmla="*/ 263 w 525"/>
                <a:gd name="T5" fmla="*/ 0 h 506"/>
                <a:gd name="T6" fmla="*/ 525 w 525"/>
                <a:gd name="T7" fmla="*/ 251 h 506"/>
                <a:gd name="T8" fmla="*/ 525 w 525"/>
                <a:gd name="T9" fmla="*/ 253 h 506"/>
                <a:gd name="T10" fmla="*/ 261 w 525"/>
                <a:gd name="T11" fmla="*/ 506 h 506"/>
                <a:gd name="T12" fmla="*/ 0 w 525"/>
                <a:gd name="T13" fmla="*/ 255 h 506"/>
                <a:gd name="T14" fmla="*/ 389 w 525"/>
                <a:gd name="T15" fmla="*/ 255 h 506"/>
                <a:gd name="T16" fmla="*/ 389 w 525"/>
                <a:gd name="T17" fmla="*/ 253 h 506"/>
                <a:gd name="T18" fmla="*/ 261 w 525"/>
                <a:gd name="T19" fmla="*/ 119 h 506"/>
                <a:gd name="T20" fmla="*/ 135 w 525"/>
                <a:gd name="T21" fmla="*/ 251 h 506"/>
                <a:gd name="T22" fmla="*/ 135 w 525"/>
                <a:gd name="T23" fmla="*/ 253 h 506"/>
                <a:gd name="T24" fmla="*/ 263 w 525"/>
                <a:gd name="T25" fmla="*/ 387 h 506"/>
                <a:gd name="T26" fmla="*/ 389 w 525"/>
                <a:gd name="T27" fmla="*/ 25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6">
                  <a:moveTo>
                    <a:pt x="0" y="255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12" y="0"/>
                    <a:pt x="263" y="0"/>
                  </a:cubicBezTo>
                  <a:cubicBezTo>
                    <a:pt x="413" y="0"/>
                    <a:pt x="525" y="112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2" y="506"/>
                    <a:pt x="261" y="506"/>
                  </a:cubicBezTo>
                  <a:cubicBezTo>
                    <a:pt x="111" y="506"/>
                    <a:pt x="0" y="394"/>
                    <a:pt x="0" y="255"/>
                  </a:cubicBezTo>
                  <a:close/>
                  <a:moveTo>
                    <a:pt x="389" y="255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2"/>
                    <a:pt x="337" y="119"/>
                    <a:pt x="261" y="119"/>
                  </a:cubicBezTo>
                  <a:cubicBezTo>
                    <a:pt x="183" y="119"/>
                    <a:pt x="135" y="180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5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4" name="Freeform 24"/>
            <p:cNvSpPr/>
            <p:nvPr userDrawn="1"/>
          </p:nvSpPr>
          <p:spPr bwMode="auto">
            <a:xfrm>
              <a:off x="6379084" y="1331756"/>
              <a:ext cx="127665" cy="216764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0 h 498"/>
                <a:gd name="T6" fmla="*/ 293 w 293"/>
                <a:gd name="T7" fmla="*/ 3 h 498"/>
                <a:gd name="T8" fmla="*/ 293 w 293"/>
                <a:gd name="T9" fmla="*/ 147 h 498"/>
                <a:gd name="T10" fmla="*/ 286 w 293"/>
                <a:gd name="T11" fmla="*/ 147 h 498"/>
                <a:gd name="T12" fmla="*/ 138 w 293"/>
                <a:gd name="T13" fmla="*/ 318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66" y="43"/>
                    <a:pt x="211" y="0"/>
                    <a:pt x="293" y="3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86" y="147"/>
                    <a:pt x="286" y="147"/>
                    <a:pt x="286" y="147"/>
                  </a:cubicBezTo>
                  <a:cubicBezTo>
                    <a:pt x="194" y="147"/>
                    <a:pt x="138" y="203"/>
                    <a:pt x="138" y="318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5" name="Freeform 25"/>
            <p:cNvSpPr>
              <a:spLocks noEditPoints="1"/>
            </p:cNvSpPr>
            <p:nvPr userDrawn="1"/>
          </p:nvSpPr>
          <p:spPr bwMode="auto">
            <a:xfrm>
              <a:off x="6582993" y="1334859"/>
              <a:ext cx="194157" cy="217207"/>
            </a:xfrm>
            <a:custGeom>
              <a:avLst/>
              <a:gdLst>
                <a:gd name="T0" fmla="*/ 0 w 446"/>
                <a:gd name="T1" fmla="*/ 351 h 500"/>
                <a:gd name="T2" fmla="*/ 0 w 446"/>
                <a:gd name="T3" fmla="*/ 349 h 500"/>
                <a:gd name="T4" fmla="*/ 195 w 446"/>
                <a:gd name="T5" fmla="*/ 195 h 500"/>
                <a:gd name="T6" fmla="*/ 314 w 446"/>
                <a:gd name="T7" fmla="*/ 215 h 500"/>
                <a:gd name="T8" fmla="*/ 314 w 446"/>
                <a:gd name="T9" fmla="*/ 206 h 500"/>
                <a:gd name="T10" fmla="*/ 210 w 446"/>
                <a:gd name="T11" fmla="*/ 118 h 500"/>
                <a:gd name="T12" fmla="*/ 76 w 446"/>
                <a:gd name="T13" fmla="*/ 144 h 500"/>
                <a:gd name="T14" fmla="*/ 42 w 446"/>
                <a:gd name="T15" fmla="*/ 39 h 500"/>
                <a:gd name="T16" fmla="*/ 230 w 446"/>
                <a:gd name="T17" fmla="*/ 0 h 500"/>
                <a:gd name="T18" fmla="*/ 394 w 446"/>
                <a:gd name="T19" fmla="*/ 54 h 500"/>
                <a:gd name="T20" fmla="*/ 446 w 446"/>
                <a:gd name="T21" fmla="*/ 209 h 500"/>
                <a:gd name="T22" fmla="*/ 446 w 446"/>
                <a:gd name="T23" fmla="*/ 491 h 500"/>
                <a:gd name="T24" fmla="*/ 313 w 446"/>
                <a:gd name="T25" fmla="*/ 491 h 500"/>
                <a:gd name="T26" fmla="*/ 313 w 446"/>
                <a:gd name="T27" fmla="*/ 438 h 500"/>
                <a:gd name="T28" fmla="*/ 167 w 446"/>
                <a:gd name="T29" fmla="*/ 500 h 500"/>
                <a:gd name="T30" fmla="*/ 0 w 446"/>
                <a:gd name="T31" fmla="*/ 351 h 500"/>
                <a:gd name="T32" fmla="*/ 316 w 446"/>
                <a:gd name="T33" fmla="*/ 320 h 500"/>
                <a:gd name="T34" fmla="*/ 316 w 446"/>
                <a:gd name="T35" fmla="*/ 295 h 500"/>
                <a:gd name="T36" fmla="*/ 228 w 446"/>
                <a:gd name="T37" fmla="*/ 277 h 500"/>
                <a:gd name="T38" fmla="*/ 133 w 446"/>
                <a:gd name="T39" fmla="*/ 344 h 500"/>
                <a:gd name="T40" fmla="*/ 133 w 446"/>
                <a:gd name="T41" fmla="*/ 346 h 500"/>
                <a:gd name="T42" fmla="*/ 208 w 446"/>
                <a:gd name="T43" fmla="*/ 405 h 500"/>
                <a:gd name="T44" fmla="*/ 316 w 446"/>
                <a:gd name="T45" fmla="*/ 32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500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4"/>
                    <a:pt x="81" y="195"/>
                    <a:pt x="195" y="195"/>
                  </a:cubicBezTo>
                  <a:cubicBezTo>
                    <a:pt x="244" y="195"/>
                    <a:pt x="280" y="203"/>
                    <a:pt x="314" y="215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8"/>
                    <a:pt x="210" y="118"/>
                  </a:cubicBezTo>
                  <a:cubicBezTo>
                    <a:pt x="157" y="118"/>
                    <a:pt x="120" y="128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8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1"/>
                    <a:pt x="446" y="144"/>
                    <a:pt x="446" y="209"/>
                  </a:cubicBezTo>
                  <a:cubicBezTo>
                    <a:pt x="446" y="491"/>
                    <a:pt x="446" y="491"/>
                    <a:pt x="446" y="491"/>
                  </a:cubicBezTo>
                  <a:cubicBezTo>
                    <a:pt x="313" y="491"/>
                    <a:pt x="313" y="491"/>
                    <a:pt x="313" y="491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4" y="500"/>
                    <a:pt x="167" y="500"/>
                  </a:cubicBezTo>
                  <a:cubicBezTo>
                    <a:pt x="75" y="500"/>
                    <a:pt x="0" y="447"/>
                    <a:pt x="0" y="351"/>
                  </a:cubicBezTo>
                  <a:close/>
                  <a:moveTo>
                    <a:pt x="316" y="320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1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5"/>
                    <a:pt x="208" y="405"/>
                  </a:cubicBezTo>
                  <a:cubicBezTo>
                    <a:pt x="272" y="405"/>
                    <a:pt x="316" y="369"/>
                    <a:pt x="316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6" name="Rectangle 26"/>
            <p:cNvSpPr>
              <a:spLocks noChangeArrowheads="1"/>
            </p:cNvSpPr>
            <p:nvPr userDrawn="1"/>
          </p:nvSpPr>
          <p:spPr bwMode="auto">
            <a:xfrm>
              <a:off x="6801973" y="1260831"/>
              <a:ext cx="59843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7" name="Rectangle 27"/>
            <p:cNvSpPr>
              <a:spLocks noChangeArrowheads="1"/>
            </p:cNvSpPr>
            <p:nvPr userDrawn="1"/>
          </p:nvSpPr>
          <p:spPr bwMode="auto">
            <a:xfrm>
              <a:off x="6886639" y="1260831"/>
              <a:ext cx="59399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11556230" y="767096"/>
            <a:ext cx="634181" cy="1898696"/>
            <a:chOff x="11556230" y="767096"/>
            <a:chExt cx="634181" cy="1898696"/>
          </a:xfrm>
        </p:grpSpPr>
        <p:sp>
          <p:nvSpPr>
            <p:cNvPr id="77" name="Rectangle 28"/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grpSp>
          <p:nvGrpSpPr>
            <p:cNvPr id="78" name="Group 77"/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/>
              <p:cNvSpPr/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0" name="Freeform 30"/>
              <p:cNvSpPr/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1" name="Freeform 31"/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2" name="Freeform 32"/>
              <p:cNvSpPr/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3" name="Freeform 33"/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4" name="Freeform 34"/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</p:grp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38947" y="3561907"/>
            <a:ext cx="7852329" cy="17740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3"/>
            <a:ext cx="9912096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51"/>
            <a:ext cx="9912096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1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5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5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5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130" indent="0" algn="ctr">
              <a:buNone/>
              <a:defRPr sz="1600"/>
            </a:lvl8pPr>
            <a:lvl9pPr marL="365633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025B-28DB-F041-A63D-B42EAFA6F08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D24C-315B-1D4F-9380-C8F77CE9F82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09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/>
            <a:endParaRPr lang="en-US" altLang="zh-CN" sz="2200" b="1" i="0" baseline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274320"/>
            <a:ext cx="11073384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2200" b="1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13" name="Footer Placeholder 11"/>
          <p:cNvSpPr>
            <a:spLocks noGrp="1"/>
          </p:cNvSpPr>
          <p:nvPr>
            <p:ph type="ftr" sz="quarter" idx="10"/>
          </p:nvPr>
        </p:nvSpPr>
        <p:spPr>
          <a:xfrm>
            <a:off x="-3855" y="6589777"/>
            <a:ext cx="4319862" cy="245837"/>
          </a:xfrm>
          <a:prstGeom prst="rect">
            <a:avLst/>
          </a:prstGeom>
        </p:spPr>
        <p:txBody>
          <a:bodyPr/>
          <a:lstStyle>
            <a:lvl1pPr>
              <a:defRPr lang="en-US" altLang="zh-CN" sz="1000" dirty="0" smtClean="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0252" cy="4351338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ja-JP" altLang="en-US" noProof="0"/>
              <a:t>クリックしてマスター テキストのスタイルを編集</a:t>
            </a:r>
            <a:endParaRPr lang="ja-JP" altLang="en-US" noProof="0"/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 hasCustomPrompt="1"/>
          </p:nvPr>
        </p:nvSpPr>
        <p:spPr>
          <a:xfrm>
            <a:off x="6170593" y="1825625"/>
            <a:ext cx="5180252" cy="4351338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ja-JP" altLang="en-US" noProof="0"/>
              <a:t>クリックしてマスター テキストのスタイルを編集</a:t>
            </a:r>
            <a:endParaRPr lang="ja-JP" altLang="en-US" noProof="0"/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8A1DD8-DA17-4631-B3A2-FA159F867EDE}" type="datetime1">
              <a:rPr lang="en-US" altLang="ja-JP" noProof="0" smtClean="0"/>
            </a:fld>
            <a:endParaRPr lang="ja-JP" altLang="en-US" noProof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F44216D-285E-4743-ADC0-F517FFC76697}" type="slidenum">
              <a:rPr lang="en-US" altLang="ja-JP" noProof="0" smtClean="0"/>
            </a:fld>
            <a:endParaRPr lang="ja-JP" altLang="en-US" noProof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262159" y="296194"/>
            <a:ext cx="143178" cy="540000"/>
          </a:xfrm>
          <a:prstGeom prst="rect">
            <a:avLst/>
          </a:prstGeom>
          <a:gradFill flip="none" rotWithShape="1">
            <a:gsLst>
              <a:gs pos="100000">
                <a:srgbClr val="204766"/>
              </a:gs>
              <a:gs pos="0">
                <a:srgbClr val="005876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solidFill>
                <a:schemeClr val="tx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465707" y="299090"/>
            <a:ext cx="9125124" cy="540000"/>
          </a:xfrm>
        </p:spPr>
        <p:txBody>
          <a:bodyPr anchor="ctr"/>
          <a:lstStyle>
            <a:lvl1pPr marL="0" indent="0" algn="l">
              <a:buNone/>
              <a:defRPr b="1"/>
            </a:lvl1pPr>
          </a:lstStyle>
          <a:p>
            <a:pPr lvl="0"/>
            <a:r>
              <a:rPr lang="zh-CN" altLang="en-US" dirty="0"/>
              <a:t>单击此处添加标题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5"/>
            <a:ext cx="1051286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982" y="1825625"/>
            <a:ext cx="1051286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0"/>
            <a:ext cx="2742486" cy="365125"/>
          </a:xfrm>
        </p:spPr>
        <p:txBody>
          <a:bodyPr/>
          <a:lstStyle/>
          <a:p>
            <a:fld id="{852D5D69-689E-49A2-A725-45E102EFBB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7548" y="6356350"/>
            <a:ext cx="4113728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10A4B-0C52-4345-849B-75C6A9F18B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" y="77"/>
            <a:ext cx="12188825" cy="6857929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395"/>
            </a:p>
          </p:txBody>
        </p:sp>
        <p:sp>
          <p:nvSpPr>
            <p:cNvPr id="19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395"/>
            </a:p>
          </p:txBody>
        </p:sp>
        <p:sp>
          <p:nvSpPr>
            <p:cNvPr id="20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395"/>
            </a:p>
          </p:txBody>
        </p:sp>
        <p:sp>
          <p:nvSpPr>
            <p:cNvPr id="21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395"/>
            </a:p>
          </p:txBody>
        </p:sp>
        <p:sp>
          <p:nvSpPr>
            <p:cNvPr id="22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395"/>
            </a:p>
          </p:txBody>
        </p:sp>
        <p:sp>
          <p:nvSpPr>
            <p:cNvPr id="23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395"/>
            </a:p>
          </p:txBody>
        </p:sp>
        <p:sp>
          <p:nvSpPr>
            <p:cNvPr id="24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395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1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995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8965" indent="0">
              <a:buNone/>
              <a:defRPr sz="2695" b="1"/>
            </a:lvl2pPr>
            <a:lvl3pPr marL="1217930" indent="0">
              <a:buNone/>
              <a:defRPr sz="2395" b="1"/>
            </a:lvl3pPr>
            <a:lvl4pPr marL="1826895" indent="0">
              <a:buNone/>
              <a:defRPr sz="2095" b="1"/>
            </a:lvl4pPr>
            <a:lvl5pPr marL="2435860" indent="0">
              <a:buNone/>
              <a:defRPr sz="2095" b="1"/>
            </a:lvl5pPr>
            <a:lvl6pPr marL="3044825" indent="0">
              <a:buNone/>
              <a:defRPr sz="2095" b="1"/>
            </a:lvl6pPr>
            <a:lvl7pPr marL="3653790" indent="0">
              <a:buNone/>
              <a:defRPr sz="2095" b="1"/>
            </a:lvl7pPr>
            <a:lvl8pPr marL="4262755" indent="0">
              <a:buNone/>
              <a:defRPr sz="2095" b="1"/>
            </a:lvl8pPr>
            <a:lvl9pPr marL="4871720" indent="0">
              <a:buNone/>
              <a:defRPr sz="209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7930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7295" algn="l"/>
              </a:tabLst>
              <a:defRPr lang="en-US" sz="3195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5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7930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7295" algn="l"/>
              </a:tabLst>
              <a:defRPr lang="en-US" sz="3195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99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8965" indent="0">
              <a:buNone/>
              <a:defRPr sz="2695" b="1"/>
            </a:lvl2pPr>
            <a:lvl3pPr marL="1217930" indent="0">
              <a:buNone/>
              <a:defRPr sz="2395" b="1"/>
            </a:lvl3pPr>
            <a:lvl4pPr marL="1826895" indent="0">
              <a:buNone/>
              <a:defRPr sz="2095" b="1"/>
            </a:lvl4pPr>
            <a:lvl5pPr marL="2435860" indent="0">
              <a:buNone/>
              <a:defRPr sz="2095" b="1"/>
            </a:lvl5pPr>
            <a:lvl6pPr marL="3044825" indent="0">
              <a:buNone/>
              <a:defRPr sz="2095" b="1"/>
            </a:lvl6pPr>
            <a:lvl7pPr marL="3653790" indent="0">
              <a:buNone/>
              <a:defRPr sz="2095" b="1"/>
            </a:lvl7pPr>
            <a:lvl8pPr marL="4262755" indent="0">
              <a:buNone/>
              <a:defRPr sz="2095" b="1"/>
            </a:lvl8pPr>
            <a:lvl9pPr marL="4871720" indent="0">
              <a:buNone/>
              <a:defRPr sz="209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5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7930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7295" algn="l"/>
              </a:tabLst>
              <a:defRPr lang="en-US" sz="3195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_Alt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ink and blue background&#10;&#10;Description automatically generated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4" y="0"/>
            <a:ext cx="12188825" cy="68580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4" y="0"/>
            <a:ext cx="12188825" cy="6858000"/>
          </a:xfrm>
          <a:prstGeom prst="rect">
            <a:avLst/>
          </a:prstGeom>
          <a:solidFill>
            <a:schemeClr val="accent4">
              <a:alpha val="5003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640" tIns="182640" rIns="182640" bIns="182640" rtlCol="0" anchor="t"/>
          <a:lstStyle/>
          <a:p>
            <a:pPr algn="l"/>
            <a:endParaRPr lang="en-US" sz="1600" err="1">
              <a:solidFill>
                <a:prstClr val="white"/>
              </a:solidFill>
            </a:endParaRPr>
          </a:p>
        </p:txBody>
      </p:sp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729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799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72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95" b="0" kern="1200" cap="none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8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7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56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4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1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0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68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  <a:endParaRPr lang="en-US"/>
          </a:p>
        </p:txBody>
      </p:sp>
      <p:grpSp>
        <p:nvGrpSpPr>
          <p:cNvPr id="68" name="Group 67"/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395"/>
            </a:p>
          </p:txBody>
        </p:sp>
        <p:sp>
          <p:nvSpPr>
            <p:cNvPr id="70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395"/>
            </a:p>
          </p:txBody>
        </p:sp>
        <p:sp>
          <p:nvSpPr>
            <p:cNvPr id="71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395"/>
            </a:p>
          </p:txBody>
        </p:sp>
        <p:sp>
          <p:nvSpPr>
            <p:cNvPr id="72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395"/>
            </a:p>
          </p:txBody>
        </p:sp>
        <p:sp>
          <p:nvSpPr>
            <p:cNvPr id="73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395"/>
            </a:p>
          </p:txBody>
        </p:sp>
        <p:sp>
          <p:nvSpPr>
            <p:cNvPr id="74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395"/>
            </a:p>
          </p:txBody>
        </p:sp>
        <p:sp>
          <p:nvSpPr>
            <p:cNvPr id="75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395"/>
            </a:p>
          </p:txBody>
        </p:sp>
      </p:grpSp>
      <p:sp>
        <p:nvSpPr>
          <p:cNvPr id="82" name="TextBox 81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Confidential.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2" y="365129"/>
            <a:ext cx="10512862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 rot="16200000" flipH="1">
            <a:off x="2665416" y="-2665411"/>
            <a:ext cx="6858001" cy="12188824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3" y="-1"/>
            <a:ext cx="12188825" cy="6858000"/>
          </a:xfrm>
          <a:prstGeom prst="rect">
            <a:avLst/>
          </a:prstGeom>
          <a:solidFill>
            <a:srgbClr val="471B48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688" tIns="182688" rIns="182688" bIns="182688" rtlCol="0" anchor="t"/>
          <a:lstStyle/>
          <a:p>
            <a:pPr algn="l"/>
            <a:endParaRPr lang="en-US" sz="1600" err="1">
              <a:solidFill>
                <a:prstClr val="white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 userDrawn="1"/>
        </p:nvGrpSpPr>
        <p:grpSpPr>
          <a:xfrm>
            <a:off x="9390325" y="936748"/>
            <a:ext cx="1965963" cy="1042086"/>
            <a:chOff x="4988072" y="501936"/>
            <a:chExt cx="1978802" cy="1051017"/>
          </a:xfrm>
          <a:solidFill>
            <a:srgbClr val="4D144A"/>
          </a:solidFill>
        </p:grpSpPr>
        <p:sp>
          <p:nvSpPr>
            <p:cNvPr id="85" name="Freeform 5"/>
            <p:cNvSpPr/>
            <p:nvPr userDrawn="1"/>
          </p:nvSpPr>
          <p:spPr bwMode="auto">
            <a:xfrm>
              <a:off x="5559016" y="501936"/>
              <a:ext cx="218094" cy="282813"/>
            </a:xfrm>
            <a:custGeom>
              <a:avLst/>
              <a:gdLst>
                <a:gd name="T0" fmla="*/ 0 w 502"/>
                <a:gd name="T1" fmla="*/ 550 h 651"/>
                <a:gd name="T2" fmla="*/ 83 w 502"/>
                <a:gd name="T3" fmla="*/ 451 h 651"/>
                <a:gd name="T4" fmla="*/ 272 w 502"/>
                <a:gd name="T5" fmla="*/ 528 h 651"/>
                <a:gd name="T6" fmla="*/ 363 w 502"/>
                <a:gd name="T7" fmla="*/ 469 h 651"/>
                <a:gd name="T8" fmla="*/ 363 w 502"/>
                <a:gd name="T9" fmla="*/ 467 h 651"/>
                <a:gd name="T10" fmla="*/ 236 w 502"/>
                <a:gd name="T11" fmla="*/ 386 h 651"/>
                <a:gd name="T12" fmla="*/ 26 w 502"/>
                <a:gd name="T13" fmla="*/ 192 h 651"/>
                <a:gd name="T14" fmla="*/ 26 w 502"/>
                <a:gd name="T15" fmla="*/ 191 h 651"/>
                <a:gd name="T16" fmla="*/ 247 w 502"/>
                <a:gd name="T17" fmla="*/ 0 h 651"/>
                <a:gd name="T18" fmla="*/ 483 w 502"/>
                <a:gd name="T19" fmla="*/ 80 h 651"/>
                <a:gd name="T20" fmla="*/ 410 w 502"/>
                <a:gd name="T21" fmla="*/ 185 h 651"/>
                <a:gd name="T22" fmla="*/ 246 w 502"/>
                <a:gd name="T23" fmla="*/ 123 h 651"/>
                <a:gd name="T24" fmla="*/ 164 w 502"/>
                <a:gd name="T25" fmla="*/ 178 h 651"/>
                <a:gd name="T26" fmla="*/ 164 w 502"/>
                <a:gd name="T27" fmla="*/ 180 h 651"/>
                <a:gd name="T28" fmla="*/ 301 w 502"/>
                <a:gd name="T29" fmla="*/ 263 h 651"/>
                <a:gd name="T30" fmla="*/ 502 w 502"/>
                <a:gd name="T31" fmla="*/ 453 h 651"/>
                <a:gd name="T32" fmla="*/ 502 w 502"/>
                <a:gd name="T33" fmla="*/ 455 h 651"/>
                <a:gd name="T34" fmla="*/ 269 w 502"/>
                <a:gd name="T35" fmla="*/ 651 h 651"/>
                <a:gd name="T36" fmla="*/ 0 w 502"/>
                <a:gd name="T37" fmla="*/ 55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2" h="651">
                  <a:moveTo>
                    <a:pt x="0" y="550"/>
                  </a:moveTo>
                  <a:cubicBezTo>
                    <a:pt x="83" y="451"/>
                    <a:pt x="83" y="451"/>
                    <a:pt x="83" y="451"/>
                  </a:cubicBezTo>
                  <a:cubicBezTo>
                    <a:pt x="140" y="498"/>
                    <a:pt x="200" y="528"/>
                    <a:pt x="272" y="528"/>
                  </a:cubicBezTo>
                  <a:cubicBezTo>
                    <a:pt x="329" y="528"/>
                    <a:pt x="363" y="506"/>
                    <a:pt x="363" y="469"/>
                  </a:cubicBezTo>
                  <a:cubicBezTo>
                    <a:pt x="363" y="467"/>
                    <a:pt x="363" y="467"/>
                    <a:pt x="363" y="467"/>
                  </a:cubicBezTo>
                  <a:cubicBezTo>
                    <a:pt x="363" y="431"/>
                    <a:pt x="342" y="413"/>
                    <a:pt x="236" y="386"/>
                  </a:cubicBezTo>
                  <a:cubicBezTo>
                    <a:pt x="108" y="354"/>
                    <a:pt x="26" y="318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76"/>
                    <a:pt x="118" y="0"/>
                    <a:pt x="247" y="0"/>
                  </a:cubicBezTo>
                  <a:cubicBezTo>
                    <a:pt x="340" y="0"/>
                    <a:pt x="419" y="29"/>
                    <a:pt x="483" y="80"/>
                  </a:cubicBezTo>
                  <a:cubicBezTo>
                    <a:pt x="410" y="185"/>
                    <a:pt x="410" y="185"/>
                    <a:pt x="410" y="185"/>
                  </a:cubicBezTo>
                  <a:cubicBezTo>
                    <a:pt x="354" y="146"/>
                    <a:pt x="299" y="123"/>
                    <a:pt x="246" y="123"/>
                  </a:cubicBezTo>
                  <a:cubicBezTo>
                    <a:pt x="192" y="123"/>
                    <a:pt x="164" y="147"/>
                    <a:pt x="164" y="178"/>
                  </a:cubicBezTo>
                  <a:cubicBezTo>
                    <a:pt x="164" y="180"/>
                    <a:pt x="164" y="180"/>
                    <a:pt x="164" y="180"/>
                  </a:cubicBezTo>
                  <a:cubicBezTo>
                    <a:pt x="164" y="221"/>
                    <a:pt x="191" y="235"/>
                    <a:pt x="301" y="263"/>
                  </a:cubicBezTo>
                  <a:cubicBezTo>
                    <a:pt x="429" y="297"/>
                    <a:pt x="502" y="343"/>
                    <a:pt x="502" y="453"/>
                  </a:cubicBezTo>
                  <a:cubicBezTo>
                    <a:pt x="502" y="455"/>
                    <a:pt x="502" y="455"/>
                    <a:pt x="502" y="455"/>
                  </a:cubicBezTo>
                  <a:cubicBezTo>
                    <a:pt x="502" y="581"/>
                    <a:pt x="406" y="651"/>
                    <a:pt x="269" y="651"/>
                  </a:cubicBezTo>
                  <a:cubicBezTo>
                    <a:pt x="173" y="651"/>
                    <a:pt x="76" y="618"/>
                    <a:pt x="0" y="5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6" name="Freeform 6"/>
            <p:cNvSpPr/>
            <p:nvPr userDrawn="1"/>
          </p:nvSpPr>
          <p:spPr bwMode="auto">
            <a:xfrm>
              <a:off x="5791295" y="566212"/>
              <a:ext cx="322264" cy="214547"/>
            </a:xfrm>
            <a:custGeom>
              <a:avLst/>
              <a:gdLst>
                <a:gd name="T0" fmla="*/ 0 w 741"/>
                <a:gd name="T1" fmla="*/ 9 h 494"/>
                <a:gd name="T2" fmla="*/ 138 w 741"/>
                <a:gd name="T3" fmla="*/ 9 h 494"/>
                <a:gd name="T4" fmla="*/ 138 w 741"/>
                <a:gd name="T5" fmla="*/ 78 h 494"/>
                <a:gd name="T6" fmla="*/ 281 w 741"/>
                <a:gd name="T7" fmla="*/ 0 h 494"/>
                <a:gd name="T8" fmla="*/ 418 w 741"/>
                <a:gd name="T9" fmla="*/ 77 h 494"/>
                <a:gd name="T10" fmla="*/ 577 w 741"/>
                <a:gd name="T11" fmla="*/ 0 h 494"/>
                <a:gd name="T12" fmla="*/ 741 w 741"/>
                <a:gd name="T13" fmla="*/ 178 h 494"/>
                <a:gd name="T14" fmla="*/ 741 w 741"/>
                <a:gd name="T15" fmla="*/ 494 h 494"/>
                <a:gd name="T16" fmla="*/ 603 w 741"/>
                <a:gd name="T17" fmla="*/ 494 h 494"/>
                <a:gd name="T18" fmla="*/ 603 w 741"/>
                <a:gd name="T19" fmla="*/ 224 h 494"/>
                <a:gd name="T20" fmla="*/ 523 w 741"/>
                <a:gd name="T21" fmla="*/ 125 h 494"/>
                <a:gd name="T22" fmla="*/ 439 w 741"/>
                <a:gd name="T23" fmla="*/ 224 h 494"/>
                <a:gd name="T24" fmla="*/ 439 w 741"/>
                <a:gd name="T25" fmla="*/ 494 h 494"/>
                <a:gd name="T26" fmla="*/ 302 w 741"/>
                <a:gd name="T27" fmla="*/ 494 h 494"/>
                <a:gd name="T28" fmla="*/ 302 w 741"/>
                <a:gd name="T29" fmla="*/ 224 h 494"/>
                <a:gd name="T30" fmla="*/ 221 w 741"/>
                <a:gd name="T31" fmla="*/ 125 h 494"/>
                <a:gd name="T32" fmla="*/ 138 w 741"/>
                <a:gd name="T33" fmla="*/ 224 h 494"/>
                <a:gd name="T34" fmla="*/ 138 w 741"/>
                <a:gd name="T35" fmla="*/ 494 h 494"/>
                <a:gd name="T36" fmla="*/ 0 w 741"/>
                <a:gd name="T37" fmla="*/ 494 h 494"/>
                <a:gd name="T38" fmla="*/ 0 w 741"/>
                <a:gd name="T39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41" h="494">
                  <a:moveTo>
                    <a:pt x="0" y="9"/>
                  </a:moveTo>
                  <a:cubicBezTo>
                    <a:pt x="138" y="9"/>
                    <a:pt x="138" y="9"/>
                    <a:pt x="138" y="9"/>
                  </a:cubicBezTo>
                  <a:cubicBezTo>
                    <a:pt x="138" y="78"/>
                    <a:pt x="138" y="78"/>
                    <a:pt x="138" y="78"/>
                  </a:cubicBezTo>
                  <a:cubicBezTo>
                    <a:pt x="170" y="37"/>
                    <a:pt x="211" y="0"/>
                    <a:pt x="281" y="0"/>
                  </a:cubicBezTo>
                  <a:cubicBezTo>
                    <a:pt x="344" y="0"/>
                    <a:pt x="392" y="28"/>
                    <a:pt x="418" y="77"/>
                  </a:cubicBezTo>
                  <a:cubicBezTo>
                    <a:pt x="460" y="27"/>
                    <a:pt x="511" y="0"/>
                    <a:pt x="577" y="0"/>
                  </a:cubicBezTo>
                  <a:cubicBezTo>
                    <a:pt x="679" y="0"/>
                    <a:pt x="741" y="62"/>
                    <a:pt x="741" y="178"/>
                  </a:cubicBezTo>
                  <a:cubicBezTo>
                    <a:pt x="741" y="494"/>
                    <a:pt x="741" y="494"/>
                    <a:pt x="741" y="494"/>
                  </a:cubicBezTo>
                  <a:cubicBezTo>
                    <a:pt x="603" y="494"/>
                    <a:pt x="603" y="494"/>
                    <a:pt x="603" y="494"/>
                  </a:cubicBezTo>
                  <a:cubicBezTo>
                    <a:pt x="603" y="224"/>
                    <a:pt x="603" y="224"/>
                    <a:pt x="603" y="224"/>
                  </a:cubicBezTo>
                  <a:cubicBezTo>
                    <a:pt x="603" y="159"/>
                    <a:pt x="574" y="125"/>
                    <a:pt x="523" y="125"/>
                  </a:cubicBezTo>
                  <a:cubicBezTo>
                    <a:pt x="471" y="125"/>
                    <a:pt x="439" y="159"/>
                    <a:pt x="439" y="224"/>
                  </a:cubicBezTo>
                  <a:cubicBezTo>
                    <a:pt x="439" y="494"/>
                    <a:pt x="439" y="494"/>
                    <a:pt x="439" y="494"/>
                  </a:cubicBezTo>
                  <a:cubicBezTo>
                    <a:pt x="302" y="494"/>
                    <a:pt x="302" y="494"/>
                    <a:pt x="302" y="49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159"/>
                    <a:pt x="273" y="125"/>
                    <a:pt x="221" y="125"/>
                  </a:cubicBezTo>
                  <a:cubicBezTo>
                    <a:pt x="170" y="125"/>
                    <a:pt x="138" y="159"/>
                    <a:pt x="138" y="224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7" name="Freeform 7"/>
            <p:cNvSpPr>
              <a:spLocks noEditPoints="1"/>
            </p:cNvSpPr>
            <p:nvPr userDrawn="1"/>
          </p:nvSpPr>
          <p:spPr bwMode="auto">
            <a:xfrm>
              <a:off x="6125971" y="567985"/>
              <a:ext cx="193713" cy="216764"/>
            </a:xfrm>
            <a:custGeom>
              <a:avLst/>
              <a:gdLst>
                <a:gd name="T0" fmla="*/ 0 w 446"/>
                <a:gd name="T1" fmla="*/ 351 h 499"/>
                <a:gd name="T2" fmla="*/ 0 w 446"/>
                <a:gd name="T3" fmla="*/ 349 h 499"/>
                <a:gd name="T4" fmla="*/ 195 w 446"/>
                <a:gd name="T5" fmla="*/ 194 h 499"/>
                <a:gd name="T6" fmla="*/ 314 w 446"/>
                <a:gd name="T7" fmla="*/ 214 h 499"/>
                <a:gd name="T8" fmla="*/ 314 w 446"/>
                <a:gd name="T9" fmla="*/ 206 h 499"/>
                <a:gd name="T10" fmla="*/ 210 w 446"/>
                <a:gd name="T11" fmla="*/ 117 h 499"/>
                <a:gd name="T12" fmla="*/ 76 w 446"/>
                <a:gd name="T13" fmla="*/ 144 h 499"/>
                <a:gd name="T14" fmla="*/ 42 w 446"/>
                <a:gd name="T15" fmla="*/ 39 h 499"/>
                <a:gd name="T16" fmla="*/ 230 w 446"/>
                <a:gd name="T17" fmla="*/ 0 h 499"/>
                <a:gd name="T18" fmla="*/ 394 w 446"/>
                <a:gd name="T19" fmla="*/ 54 h 499"/>
                <a:gd name="T20" fmla="*/ 446 w 446"/>
                <a:gd name="T21" fmla="*/ 209 h 499"/>
                <a:gd name="T22" fmla="*/ 446 w 446"/>
                <a:gd name="T23" fmla="*/ 490 h 499"/>
                <a:gd name="T24" fmla="*/ 313 w 446"/>
                <a:gd name="T25" fmla="*/ 490 h 499"/>
                <a:gd name="T26" fmla="*/ 313 w 446"/>
                <a:gd name="T27" fmla="*/ 438 h 499"/>
                <a:gd name="T28" fmla="*/ 166 w 446"/>
                <a:gd name="T29" fmla="*/ 499 h 499"/>
                <a:gd name="T30" fmla="*/ 0 w 446"/>
                <a:gd name="T31" fmla="*/ 351 h 499"/>
                <a:gd name="T32" fmla="*/ 316 w 446"/>
                <a:gd name="T33" fmla="*/ 319 h 499"/>
                <a:gd name="T34" fmla="*/ 316 w 446"/>
                <a:gd name="T35" fmla="*/ 295 h 499"/>
                <a:gd name="T36" fmla="*/ 228 w 446"/>
                <a:gd name="T37" fmla="*/ 277 h 499"/>
                <a:gd name="T38" fmla="*/ 133 w 446"/>
                <a:gd name="T39" fmla="*/ 344 h 499"/>
                <a:gd name="T40" fmla="*/ 133 w 446"/>
                <a:gd name="T41" fmla="*/ 346 h 499"/>
                <a:gd name="T42" fmla="*/ 208 w 446"/>
                <a:gd name="T43" fmla="*/ 404 h 499"/>
                <a:gd name="T44" fmla="*/ 316 w 446"/>
                <a:gd name="T45" fmla="*/ 31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499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3"/>
                    <a:pt x="80" y="194"/>
                    <a:pt x="195" y="194"/>
                  </a:cubicBezTo>
                  <a:cubicBezTo>
                    <a:pt x="244" y="194"/>
                    <a:pt x="280" y="202"/>
                    <a:pt x="314" y="214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7"/>
                    <a:pt x="210" y="117"/>
                  </a:cubicBezTo>
                  <a:cubicBezTo>
                    <a:pt x="157" y="117"/>
                    <a:pt x="120" y="127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7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0"/>
                    <a:pt x="446" y="144"/>
                    <a:pt x="446" y="209"/>
                  </a:cubicBezTo>
                  <a:cubicBezTo>
                    <a:pt x="446" y="490"/>
                    <a:pt x="446" y="490"/>
                    <a:pt x="446" y="490"/>
                  </a:cubicBezTo>
                  <a:cubicBezTo>
                    <a:pt x="313" y="490"/>
                    <a:pt x="313" y="490"/>
                    <a:pt x="313" y="490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3" y="499"/>
                    <a:pt x="166" y="499"/>
                  </a:cubicBezTo>
                  <a:cubicBezTo>
                    <a:pt x="75" y="499"/>
                    <a:pt x="0" y="447"/>
                    <a:pt x="0" y="351"/>
                  </a:cubicBezTo>
                  <a:close/>
                  <a:moveTo>
                    <a:pt x="316" y="319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0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4"/>
                    <a:pt x="208" y="404"/>
                  </a:cubicBezTo>
                  <a:cubicBezTo>
                    <a:pt x="272" y="404"/>
                    <a:pt x="316" y="369"/>
                    <a:pt x="316" y="3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8" name="Freeform 8"/>
            <p:cNvSpPr/>
            <p:nvPr userDrawn="1"/>
          </p:nvSpPr>
          <p:spPr bwMode="auto">
            <a:xfrm>
              <a:off x="6336529" y="564438"/>
              <a:ext cx="127665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9" name="Freeform 9"/>
            <p:cNvSpPr/>
            <p:nvPr userDrawn="1"/>
          </p:nvSpPr>
          <p:spPr bwMode="auto">
            <a:xfrm>
              <a:off x="6475719" y="516121"/>
              <a:ext cx="134757" cy="268184"/>
            </a:xfrm>
            <a:custGeom>
              <a:avLst/>
              <a:gdLst>
                <a:gd name="T0" fmla="*/ 58 w 310"/>
                <a:gd name="T1" fmla="*/ 472 h 617"/>
                <a:gd name="T2" fmla="*/ 58 w 310"/>
                <a:gd name="T3" fmla="*/ 242 h 617"/>
                <a:gd name="T4" fmla="*/ 0 w 310"/>
                <a:gd name="T5" fmla="*/ 242 h 617"/>
                <a:gd name="T6" fmla="*/ 0 w 310"/>
                <a:gd name="T7" fmla="*/ 124 h 617"/>
                <a:gd name="T8" fmla="*/ 58 w 310"/>
                <a:gd name="T9" fmla="*/ 124 h 617"/>
                <a:gd name="T10" fmla="*/ 58 w 310"/>
                <a:gd name="T11" fmla="*/ 0 h 617"/>
                <a:gd name="T12" fmla="*/ 196 w 310"/>
                <a:gd name="T13" fmla="*/ 0 h 617"/>
                <a:gd name="T14" fmla="*/ 196 w 310"/>
                <a:gd name="T15" fmla="*/ 124 h 617"/>
                <a:gd name="T16" fmla="*/ 310 w 310"/>
                <a:gd name="T17" fmla="*/ 124 h 617"/>
                <a:gd name="T18" fmla="*/ 310 w 310"/>
                <a:gd name="T19" fmla="*/ 242 h 617"/>
                <a:gd name="T20" fmla="*/ 196 w 310"/>
                <a:gd name="T21" fmla="*/ 242 h 617"/>
                <a:gd name="T22" fmla="*/ 196 w 310"/>
                <a:gd name="T23" fmla="*/ 449 h 617"/>
                <a:gd name="T24" fmla="*/ 240 w 310"/>
                <a:gd name="T25" fmla="*/ 496 h 617"/>
                <a:gd name="T26" fmla="*/ 308 w 310"/>
                <a:gd name="T27" fmla="*/ 479 h 617"/>
                <a:gd name="T28" fmla="*/ 308 w 310"/>
                <a:gd name="T29" fmla="*/ 589 h 617"/>
                <a:gd name="T30" fmla="*/ 199 w 310"/>
                <a:gd name="T31" fmla="*/ 617 h 617"/>
                <a:gd name="T32" fmla="*/ 58 w 310"/>
                <a:gd name="T33" fmla="*/ 47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7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6" y="242"/>
                    <a:pt x="196" y="242"/>
                    <a:pt x="196" y="242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89"/>
                    <a:pt x="308" y="589"/>
                    <a:pt x="308" y="589"/>
                  </a:cubicBezTo>
                  <a:cubicBezTo>
                    <a:pt x="279" y="607"/>
                    <a:pt x="245" y="617"/>
                    <a:pt x="199" y="617"/>
                  </a:cubicBezTo>
                  <a:cubicBezTo>
                    <a:pt x="115" y="617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0" name="Freeform 10"/>
            <p:cNvSpPr>
              <a:spLocks noEditPoints="1"/>
            </p:cNvSpPr>
            <p:nvPr userDrawn="1"/>
          </p:nvSpPr>
          <p:spPr bwMode="auto">
            <a:xfrm>
              <a:off x="6618455" y="566212"/>
              <a:ext cx="207012" cy="219424"/>
            </a:xfrm>
            <a:custGeom>
              <a:avLst/>
              <a:gdLst>
                <a:gd name="T0" fmla="*/ 0 w 476"/>
                <a:gd name="T1" fmla="*/ 254 h 505"/>
                <a:gd name="T2" fmla="*/ 0 w 476"/>
                <a:gd name="T3" fmla="*/ 253 h 505"/>
                <a:gd name="T4" fmla="*/ 240 w 476"/>
                <a:gd name="T5" fmla="*/ 0 h 505"/>
                <a:gd name="T6" fmla="*/ 476 w 476"/>
                <a:gd name="T7" fmla="*/ 263 h 505"/>
                <a:gd name="T8" fmla="*/ 475 w 476"/>
                <a:gd name="T9" fmla="*/ 300 h 505"/>
                <a:gd name="T10" fmla="*/ 137 w 476"/>
                <a:gd name="T11" fmla="*/ 300 h 505"/>
                <a:gd name="T12" fmla="*/ 256 w 476"/>
                <a:gd name="T13" fmla="*/ 395 h 505"/>
                <a:gd name="T14" fmla="*/ 373 w 476"/>
                <a:gd name="T15" fmla="*/ 345 h 505"/>
                <a:gd name="T16" fmla="*/ 452 w 476"/>
                <a:gd name="T17" fmla="*/ 415 h 505"/>
                <a:gd name="T18" fmla="*/ 254 w 476"/>
                <a:gd name="T19" fmla="*/ 505 h 505"/>
                <a:gd name="T20" fmla="*/ 0 w 476"/>
                <a:gd name="T21" fmla="*/ 254 h 505"/>
                <a:gd name="T22" fmla="*/ 342 w 476"/>
                <a:gd name="T23" fmla="*/ 214 h 505"/>
                <a:gd name="T24" fmla="*/ 240 w 476"/>
                <a:gd name="T25" fmla="*/ 111 h 505"/>
                <a:gd name="T26" fmla="*/ 135 w 476"/>
                <a:gd name="T27" fmla="*/ 214 h 505"/>
                <a:gd name="T28" fmla="*/ 342 w 476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6" y="126"/>
                    <a:pt x="476" y="263"/>
                  </a:cubicBezTo>
                  <a:cubicBezTo>
                    <a:pt x="476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2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2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1" name="Freeform 11"/>
            <p:cNvSpPr/>
            <p:nvPr userDrawn="1"/>
          </p:nvSpPr>
          <p:spPr bwMode="auto">
            <a:xfrm>
              <a:off x="6837879" y="564438"/>
              <a:ext cx="127221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2" name="Freeform 12"/>
            <p:cNvSpPr/>
            <p:nvPr userDrawn="1"/>
          </p:nvSpPr>
          <p:spPr bwMode="auto">
            <a:xfrm>
              <a:off x="4988072" y="888476"/>
              <a:ext cx="134757" cy="268628"/>
            </a:xfrm>
            <a:custGeom>
              <a:avLst/>
              <a:gdLst>
                <a:gd name="T0" fmla="*/ 58 w 310"/>
                <a:gd name="T1" fmla="*/ 472 h 618"/>
                <a:gd name="T2" fmla="*/ 58 w 310"/>
                <a:gd name="T3" fmla="*/ 242 h 618"/>
                <a:gd name="T4" fmla="*/ 0 w 310"/>
                <a:gd name="T5" fmla="*/ 242 h 618"/>
                <a:gd name="T6" fmla="*/ 0 w 310"/>
                <a:gd name="T7" fmla="*/ 124 h 618"/>
                <a:gd name="T8" fmla="*/ 58 w 310"/>
                <a:gd name="T9" fmla="*/ 124 h 618"/>
                <a:gd name="T10" fmla="*/ 58 w 310"/>
                <a:gd name="T11" fmla="*/ 0 h 618"/>
                <a:gd name="T12" fmla="*/ 195 w 310"/>
                <a:gd name="T13" fmla="*/ 0 h 618"/>
                <a:gd name="T14" fmla="*/ 195 w 310"/>
                <a:gd name="T15" fmla="*/ 124 h 618"/>
                <a:gd name="T16" fmla="*/ 310 w 310"/>
                <a:gd name="T17" fmla="*/ 124 h 618"/>
                <a:gd name="T18" fmla="*/ 310 w 310"/>
                <a:gd name="T19" fmla="*/ 242 h 618"/>
                <a:gd name="T20" fmla="*/ 195 w 310"/>
                <a:gd name="T21" fmla="*/ 242 h 618"/>
                <a:gd name="T22" fmla="*/ 195 w 310"/>
                <a:gd name="T23" fmla="*/ 449 h 618"/>
                <a:gd name="T24" fmla="*/ 240 w 310"/>
                <a:gd name="T25" fmla="*/ 496 h 618"/>
                <a:gd name="T26" fmla="*/ 308 w 310"/>
                <a:gd name="T27" fmla="*/ 479 h 618"/>
                <a:gd name="T28" fmla="*/ 308 w 310"/>
                <a:gd name="T29" fmla="*/ 590 h 618"/>
                <a:gd name="T30" fmla="*/ 199 w 310"/>
                <a:gd name="T31" fmla="*/ 618 h 618"/>
                <a:gd name="T32" fmla="*/ 58 w 310"/>
                <a:gd name="T33" fmla="*/ 472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8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5" y="242"/>
                    <a:pt x="195" y="242"/>
                    <a:pt x="195" y="242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90"/>
                    <a:pt x="308" y="590"/>
                    <a:pt x="308" y="590"/>
                  </a:cubicBezTo>
                  <a:cubicBezTo>
                    <a:pt x="279" y="607"/>
                    <a:pt x="245" y="618"/>
                    <a:pt x="199" y="618"/>
                  </a:cubicBezTo>
                  <a:cubicBezTo>
                    <a:pt x="115" y="618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3" name="Freeform 13"/>
            <p:cNvSpPr>
              <a:spLocks noEditPoints="1"/>
            </p:cNvSpPr>
            <p:nvPr userDrawn="1"/>
          </p:nvSpPr>
          <p:spPr bwMode="auto">
            <a:xfrm>
              <a:off x="5131251" y="938123"/>
              <a:ext cx="207455" cy="219867"/>
            </a:xfrm>
            <a:custGeom>
              <a:avLst/>
              <a:gdLst>
                <a:gd name="T0" fmla="*/ 0 w 477"/>
                <a:gd name="T1" fmla="*/ 254 h 505"/>
                <a:gd name="T2" fmla="*/ 0 w 477"/>
                <a:gd name="T3" fmla="*/ 253 h 505"/>
                <a:gd name="T4" fmla="*/ 240 w 477"/>
                <a:gd name="T5" fmla="*/ 0 h 505"/>
                <a:gd name="T6" fmla="*/ 477 w 477"/>
                <a:gd name="T7" fmla="*/ 263 h 505"/>
                <a:gd name="T8" fmla="*/ 475 w 477"/>
                <a:gd name="T9" fmla="*/ 300 h 505"/>
                <a:gd name="T10" fmla="*/ 137 w 477"/>
                <a:gd name="T11" fmla="*/ 300 h 505"/>
                <a:gd name="T12" fmla="*/ 256 w 477"/>
                <a:gd name="T13" fmla="*/ 395 h 505"/>
                <a:gd name="T14" fmla="*/ 373 w 477"/>
                <a:gd name="T15" fmla="*/ 345 h 505"/>
                <a:gd name="T16" fmla="*/ 452 w 477"/>
                <a:gd name="T17" fmla="*/ 415 h 505"/>
                <a:gd name="T18" fmla="*/ 254 w 477"/>
                <a:gd name="T19" fmla="*/ 505 h 505"/>
                <a:gd name="T20" fmla="*/ 0 w 477"/>
                <a:gd name="T21" fmla="*/ 254 h 505"/>
                <a:gd name="T22" fmla="*/ 343 w 477"/>
                <a:gd name="T23" fmla="*/ 214 h 505"/>
                <a:gd name="T24" fmla="*/ 240 w 477"/>
                <a:gd name="T25" fmla="*/ 111 h 505"/>
                <a:gd name="T26" fmla="*/ 135 w 477"/>
                <a:gd name="T27" fmla="*/ 214 h 505"/>
                <a:gd name="T28" fmla="*/ 343 w 477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7" y="126"/>
                    <a:pt x="477" y="263"/>
                  </a:cubicBezTo>
                  <a:cubicBezTo>
                    <a:pt x="477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3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3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4" name="Freeform 14"/>
            <p:cNvSpPr/>
            <p:nvPr userDrawn="1"/>
          </p:nvSpPr>
          <p:spPr bwMode="auto">
            <a:xfrm>
              <a:off x="5348015" y="938123"/>
              <a:ext cx="195486" cy="219867"/>
            </a:xfrm>
            <a:custGeom>
              <a:avLst/>
              <a:gdLst>
                <a:gd name="T0" fmla="*/ 0 w 450"/>
                <a:gd name="T1" fmla="*/ 254 h 505"/>
                <a:gd name="T2" fmla="*/ 0 w 450"/>
                <a:gd name="T3" fmla="*/ 253 h 505"/>
                <a:gd name="T4" fmla="*/ 254 w 450"/>
                <a:gd name="T5" fmla="*/ 0 h 505"/>
                <a:gd name="T6" fmla="*/ 448 w 450"/>
                <a:gd name="T7" fmla="*/ 82 h 505"/>
                <a:gd name="T8" fmla="*/ 363 w 450"/>
                <a:gd name="T9" fmla="*/ 172 h 505"/>
                <a:gd name="T10" fmla="*/ 253 w 450"/>
                <a:gd name="T11" fmla="*/ 119 h 505"/>
                <a:gd name="T12" fmla="*/ 135 w 450"/>
                <a:gd name="T13" fmla="*/ 251 h 505"/>
                <a:gd name="T14" fmla="*/ 135 w 450"/>
                <a:gd name="T15" fmla="*/ 253 h 505"/>
                <a:gd name="T16" fmla="*/ 258 w 450"/>
                <a:gd name="T17" fmla="*/ 387 h 505"/>
                <a:gd name="T18" fmla="*/ 370 w 450"/>
                <a:gd name="T19" fmla="*/ 335 h 505"/>
                <a:gd name="T20" fmla="*/ 450 w 450"/>
                <a:gd name="T21" fmla="*/ 416 h 505"/>
                <a:gd name="T22" fmla="*/ 252 w 450"/>
                <a:gd name="T23" fmla="*/ 505 h 505"/>
                <a:gd name="T24" fmla="*/ 0 w 450"/>
                <a:gd name="T25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0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06" y="0"/>
                    <a:pt x="254" y="0"/>
                  </a:cubicBezTo>
                  <a:cubicBezTo>
                    <a:pt x="345" y="0"/>
                    <a:pt x="402" y="31"/>
                    <a:pt x="448" y="82"/>
                  </a:cubicBezTo>
                  <a:cubicBezTo>
                    <a:pt x="363" y="172"/>
                    <a:pt x="363" y="172"/>
                    <a:pt x="363" y="172"/>
                  </a:cubicBezTo>
                  <a:cubicBezTo>
                    <a:pt x="333" y="139"/>
                    <a:pt x="302" y="119"/>
                    <a:pt x="253" y="119"/>
                  </a:cubicBezTo>
                  <a:cubicBezTo>
                    <a:pt x="184" y="119"/>
                    <a:pt x="135" y="179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7"/>
                    <a:pt x="183" y="387"/>
                    <a:pt x="258" y="387"/>
                  </a:cubicBezTo>
                  <a:cubicBezTo>
                    <a:pt x="305" y="387"/>
                    <a:pt x="336" y="367"/>
                    <a:pt x="370" y="335"/>
                  </a:cubicBezTo>
                  <a:cubicBezTo>
                    <a:pt x="450" y="416"/>
                    <a:pt x="450" y="416"/>
                    <a:pt x="450" y="416"/>
                  </a:cubicBezTo>
                  <a:cubicBezTo>
                    <a:pt x="403" y="468"/>
                    <a:pt x="349" y="505"/>
                    <a:pt x="252" y="505"/>
                  </a:cubicBezTo>
                  <a:cubicBezTo>
                    <a:pt x="106" y="505"/>
                    <a:pt x="0" y="393"/>
                    <a:pt x="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5" name="Freeform 15"/>
            <p:cNvSpPr/>
            <p:nvPr userDrawn="1"/>
          </p:nvSpPr>
          <p:spPr bwMode="auto">
            <a:xfrm>
              <a:off x="5553254" y="866312"/>
              <a:ext cx="193270" cy="286802"/>
            </a:xfrm>
            <a:custGeom>
              <a:avLst/>
              <a:gdLst>
                <a:gd name="T0" fmla="*/ 0 w 445"/>
                <a:gd name="T1" fmla="*/ 0 h 660"/>
                <a:gd name="T2" fmla="*/ 138 w 445"/>
                <a:gd name="T3" fmla="*/ 0 h 660"/>
                <a:gd name="T4" fmla="*/ 138 w 445"/>
                <a:gd name="T5" fmla="*/ 244 h 660"/>
                <a:gd name="T6" fmla="*/ 280 w 445"/>
                <a:gd name="T7" fmla="*/ 166 h 660"/>
                <a:gd name="T8" fmla="*/ 445 w 445"/>
                <a:gd name="T9" fmla="*/ 346 h 660"/>
                <a:gd name="T10" fmla="*/ 445 w 445"/>
                <a:gd name="T11" fmla="*/ 660 h 660"/>
                <a:gd name="T12" fmla="*/ 307 w 445"/>
                <a:gd name="T13" fmla="*/ 660 h 660"/>
                <a:gd name="T14" fmla="*/ 307 w 445"/>
                <a:gd name="T15" fmla="*/ 390 h 660"/>
                <a:gd name="T16" fmla="*/ 224 w 445"/>
                <a:gd name="T17" fmla="*/ 291 h 660"/>
                <a:gd name="T18" fmla="*/ 138 w 445"/>
                <a:gd name="T19" fmla="*/ 390 h 660"/>
                <a:gd name="T20" fmla="*/ 138 w 445"/>
                <a:gd name="T21" fmla="*/ 660 h 660"/>
                <a:gd name="T22" fmla="*/ 0 w 445"/>
                <a:gd name="T23" fmla="*/ 660 h 660"/>
                <a:gd name="T24" fmla="*/ 0 w 445"/>
                <a:gd name="T25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5" h="660">
                  <a:moveTo>
                    <a:pt x="0" y="0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138" y="244"/>
                    <a:pt x="138" y="244"/>
                    <a:pt x="138" y="244"/>
                  </a:cubicBezTo>
                  <a:cubicBezTo>
                    <a:pt x="169" y="203"/>
                    <a:pt x="210" y="166"/>
                    <a:pt x="280" y="166"/>
                  </a:cubicBezTo>
                  <a:cubicBezTo>
                    <a:pt x="384" y="166"/>
                    <a:pt x="445" y="235"/>
                    <a:pt x="445" y="346"/>
                  </a:cubicBezTo>
                  <a:cubicBezTo>
                    <a:pt x="445" y="660"/>
                    <a:pt x="445" y="660"/>
                    <a:pt x="445" y="660"/>
                  </a:cubicBezTo>
                  <a:cubicBezTo>
                    <a:pt x="307" y="660"/>
                    <a:pt x="307" y="660"/>
                    <a:pt x="307" y="66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24"/>
                    <a:pt x="276" y="291"/>
                    <a:pt x="224" y="291"/>
                  </a:cubicBezTo>
                  <a:cubicBezTo>
                    <a:pt x="171" y="291"/>
                    <a:pt x="138" y="324"/>
                    <a:pt x="138" y="390"/>
                  </a:cubicBezTo>
                  <a:cubicBezTo>
                    <a:pt x="138" y="660"/>
                    <a:pt x="138" y="660"/>
                    <a:pt x="138" y="660"/>
                  </a:cubicBezTo>
                  <a:cubicBezTo>
                    <a:pt x="0" y="660"/>
                    <a:pt x="0" y="660"/>
                    <a:pt x="0" y="66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6" name="Freeform 16"/>
            <p:cNvSpPr/>
            <p:nvPr userDrawn="1"/>
          </p:nvSpPr>
          <p:spPr bwMode="auto">
            <a:xfrm>
              <a:off x="5762039" y="938123"/>
              <a:ext cx="192827" cy="214991"/>
            </a:xfrm>
            <a:custGeom>
              <a:avLst/>
              <a:gdLst>
                <a:gd name="T0" fmla="*/ 0 w 444"/>
                <a:gd name="T1" fmla="*/ 9 h 494"/>
                <a:gd name="T2" fmla="*/ 137 w 444"/>
                <a:gd name="T3" fmla="*/ 9 h 494"/>
                <a:gd name="T4" fmla="*/ 137 w 444"/>
                <a:gd name="T5" fmla="*/ 78 h 494"/>
                <a:gd name="T6" fmla="*/ 279 w 444"/>
                <a:gd name="T7" fmla="*/ 0 h 494"/>
                <a:gd name="T8" fmla="*/ 444 w 444"/>
                <a:gd name="T9" fmla="*/ 180 h 494"/>
                <a:gd name="T10" fmla="*/ 444 w 444"/>
                <a:gd name="T11" fmla="*/ 494 h 494"/>
                <a:gd name="T12" fmla="*/ 306 w 444"/>
                <a:gd name="T13" fmla="*/ 494 h 494"/>
                <a:gd name="T14" fmla="*/ 306 w 444"/>
                <a:gd name="T15" fmla="*/ 224 h 494"/>
                <a:gd name="T16" fmla="*/ 223 w 444"/>
                <a:gd name="T17" fmla="*/ 125 h 494"/>
                <a:gd name="T18" fmla="*/ 137 w 444"/>
                <a:gd name="T19" fmla="*/ 224 h 494"/>
                <a:gd name="T20" fmla="*/ 137 w 444"/>
                <a:gd name="T21" fmla="*/ 494 h 494"/>
                <a:gd name="T22" fmla="*/ 0 w 444"/>
                <a:gd name="T23" fmla="*/ 494 h 494"/>
                <a:gd name="T24" fmla="*/ 0 w 444"/>
                <a:gd name="T25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4" h="494">
                  <a:moveTo>
                    <a:pt x="0" y="9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69" y="37"/>
                    <a:pt x="210" y="0"/>
                    <a:pt x="279" y="0"/>
                  </a:cubicBezTo>
                  <a:cubicBezTo>
                    <a:pt x="383" y="0"/>
                    <a:pt x="444" y="69"/>
                    <a:pt x="444" y="180"/>
                  </a:cubicBezTo>
                  <a:cubicBezTo>
                    <a:pt x="444" y="494"/>
                    <a:pt x="444" y="494"/>
                    <a:pt x="444" y="494"/>
                  </a:cubicBezTo>
                  <a:cubicBezTo>
                    <a:pt x="306" y="494"/>
                    <a:pt x="306" y="494"/>
                    <a:pt x="306" y="494"/>
                  </a:cubicBezTo>
                  <a:cubicBezTo>
                    <a:pt x="306" y="224"/>
                    <a:pt x="306" y="224"/>
                    <a:pt x="306" y="224"/>
                  </a:cubicBezTo>
                  <a:cubicBezTo>
                    <a:pt x="306" y="158"/>
                    <a:pt x="276" y="125"/>
                    <a:pt x="223" y="125"/>
                  </a:cubicBezTo>
                  <a:cubicBezTo>
                    <a:pt x="171" y="125"/>
                    <a:pt x="137" y="158"/>
                    <a:pt x="137" y="224"/>
                  </a:cubicBezTo>
                  <a:cubicBezTo>
                    <a:pt x="137" y="494"/>
                    <a:pt x="137" y="494"/>
                    <a:pt x="137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7" name="Freeform 17"/>
            <p:cNvSpPr>
              <a:spLocks noEditPoints="1"/>
            </p:cNvSpPr>
            <p:nvPr userDrawn="1"/>
          </p:nvSpPr>
          <p:spPr bwMode="auto">
            <a:xfrm>
              <a:off x="5967277" y="938123"/>
              <a:ext cx="228289" cy="219867"/>
            </a:xfrm>
            <a:custGeom>
              <a:avLst/>
              <a:gdLst>
                <a:gd name="T0" fmla="*/ 0 w 525"/>
                <a:gd name="T1" fmla="*/ 254 h 505"/>
                <a:gd name="T2" fmla="*/ 0 w 525"/>
                <a:gd name="T3" fmla="*/ 253 h 505"/>
                <a:gd name="T4" fmla="*/ 263 w 525"/>
                <a:gd name="T5" fmla="*/ 0 h 505"/>
                <a:gd name="T6" fmla="*/ 525 w 525"/>
                <a:gd name="T7" fmla="*/ 251 h 505"/>
                <a:gd name="T8" fmla="*/ 525 w 525"/>
                <a:gd name="T9" fmla="*/ 253 h 505"/>
                <a:gd name="T10" fmla="*/ 262 w 525"/>
                <a:gd name="T11" fmla="*/ 505 h 505"/>
                <a:gd name="T12" fmla="*/ 0 w 525"/>
                <a:gd name="T13" fmla="*/ 254 h 505"/>
                <a:gd name="T14" fmla="*/ 389 w 525"/>
                <a:gd name="T15" fmla="*/ 254 h 505"/>
                <a:gd name="T16" fmla="*/ 389 w 525"/>
                <a:gd name="T17" fmla="*/ 253 h 505"/>
                <a:gd name="T18" fmla="*/ 262 w 525"/>
                <a:gd name="T19" fmla="*/ 119 h 505"/>
                <a:gd name="T20" fmla="*/ 136 w 525"/>
                <a:gd name="T21" fmla="*/ 251 h 505"/>
                <a:gd name="T22" fmla="*/ 136 w 525"/>
                <a:gd name="T23" fmla="*/ 253 h 505"/>
                <a:gd name="T24" fmla="*/ 263 w 525"/>
                <a:gd name="T25" fmla="*/ 387 h 505"/>
                <a:gd name="T26" fmla="*/ 389 w 525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2" y="0"/>
                    <a:pt x="263" y="0"/>
                  </a:cubicBezTo>
                  <a:cubicBezTo>
                    <a:pt x="414" y="0"/>
                    <a:pt x="525" y="111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3" y="505"/>
                    <a:pt x="262" y="505"/>
                  </a:cubicBezTo>
                  <a:cubicBezTo>
                    <a:pt x="111" y="505"/>
                    <a:pt x="0" y="394"/>
                    <a:pt x="0" y="254"/>
                  </a:cubicBezTo>
                  <a:close/>
                  <a:moveTo>
                    <a:pt x="389" y="254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8" name="Rectangle 18"/>
            <p:cNvSpPr>
              <a:spLocks noChangeArrowheads="1"/>
            </p:cNvSpPr>
            <p:nvPr userDrawn="1"/>
          </p:nvSpPr>
          <p:spPr bwMode="auto">
            <a:xfrm>
              <a:off x="6207091" y="866312"/>
              <a:ext cx="59843" cy="28680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9" name="Freeform 19"/>
            <p:cNvSpPr>
              <a:spLocks noEditPoints="1"/>
            </p:cNvSpPr>
            <p:nvPr userDrawn="1"/>
          </p:nvSpPr>
          <p:spPr bwMode="auto">
            <a:xfrm>
              <a:off x="6278460" y="938123"/>
              <a:ext cx="228732" cy="219867"/>
            </a:xfrm>
            <a:custGeom>
              <a:avLst/>
              <a:gdLst>
                <a:gd name="T0" fmla="*/ 0 w 526"/>
                <a:gd name="T1" fmla="*/ 254 h 505"/>
                <a:gd name="T2" fmla="*/ 0 w 526"/>
                <a:gd name="T3" fmla="*/ 253 h 505"/>
                <a:gd name="T4" fmla="*/ 264 w 526"/>
                <a:gd name="T5" fmla="*/ 0 h 505"/>
                <a:gd name="T6" fmla="*/ 526 w 526"/>
                <a:gd name="T7" fmla="*/ 251 h 505"/>
                <a:gd name="T8" fmla="*/ 526 w 526"/>
                <a:gd name="T9" fmla="*/ 253 h 505"/>
                <a:gd name="T10" fmla="*/ 262 w 526"/>
                <a:gd name="T11" fmla="*/ 505 h 505"/>
                <a:gd name="T12" fmla="*/ 0 w 526"/>
                <a:gd name="T13" fmla="*/ 254 h 505"/>
                <a:gd name="T14" fmla="*/ 390 w 526"/>
                <a:gd name="T15" fmla="*/ 254 h 505"/>
                <a:gd name="T16" fmla="*/ 390 w 526"/>
                <a:gd name="T17" fmla="*/ 253 h 505"/>
                <a:gd name="T18" fmla="*/ 262 w 526"/>
                <a:gd name="T19" fmla="*/ 119 h 505"/>
                <a:gd name="T20" fmla="*/ 136 w 526"/>
                <a:gd name="T21" fmla="*/ 251 h 505"/>
                <a:gd name="T22" fmla="*/ 136 w 526"/>
                <a:gd name="T23" fmla="*/ 253 h 505"/>
                <a:gd name="T24" fmla="*/ 264 w 526"/>
                <a:gd name="T25" fmla="*/ 387 h 505"/>
                <a:gd name="T26" fmla="*/ 390 w 526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3" y="0"/>
                    <a:pt x="264" y="0"/>
                  </a:cubicBezTo>
                  <a:cubicBezTo>
                    <a:pt x="414" y="0"/>
                    <a:pt x="526" y="111"/>
                    <a:pt x="526" y="251"/>
                  </a:cubicBezTo>
                  <a:cubicBezTo>
                    <a:pt x="526" y="253"/>
                    <a:pt x="526" y="253"/>
                    <a:pt x="526" y="253"/>
                  </a:cubicBezTo>
                  <a:cubicBezTo>
                    <a:pt x="526" y="392"/>
                    <a:pt x="413" y="505"/>
                    <a:pt x="262" y="505"/>
                  </a:cubicBezTo>
                  <a:cubicBezTo>
                    <a:pt x="112" y="505"/>
                    <a:pt x="0" y="394"/>
                    <a:pt x="0" y="254"/>
                  </a:cubicBezTo>
                  <a:close/>
                  <a:moveTo>
                    <a:pt x="390" y="254"/>
                  </a:moveTo>
                  <a:cubicBezTo>
                    <a:pt x="390" y="253"/>
                    <a:pt x="390" y="253"/>
                    <a:pt x="390" y="253"/>
                  </a:cubicBezTo>
                  <a:cubicBezTo>
                    <a:pt x="390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8" y="387"/>
                    <a:pt x="264" y="387"/>
                  </a:cubicBezTo>
                  <a:cubicBezTo>
                    <a:pt x="343" y="387"/>
                    <a:pt x="390" y="326"/>
                    <a:pt x="39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0" name="Freeform 20"/>
            <p:cNvSpPr>
              <a:spLocks noEditPoints="1"/>
            </p:cNvSpPr>
            <p:nvPr userDrawn="1"/>
          </p:nvSpPr>
          <p:spPr bwMode="auto">
            <a:xfrm>
              <a:off x="6516057" y="938123"/>
              <a:ext cx="221197" cy="278823"/>
            </a:xfrm>
            <a:custGeom>
              <a:avLst/>
              <a:gdLst>
                <a:gd name="T0" fmla="*/ 24 w 509"/>
                <a:gd name="T1" fmla="*/ 590 h 641"/>
                <a:gd name="T2" fmla="*/ 71 w 509"/>
                <a:gd name="T3" fmla="*/ 487 h 641"/>
                <a:gd name="T4" fmla="*/ 235 w 509"/>
                <a:gd name="T5" fmla="*/ 531 h 641"/>
                <a:gd name="T6" fmla="*/ 373 w 509"/>
                <a:gd name="T7" fmla="*/ 399 h 641"/>
                <a:gd name="T8" fmla="*/ 373 w 509"/>
                <a:gd name="T9" fmla="*/ 376 h 641"/>
                <a:gd name="T10" fmla="*/ 215 w 509"/>
                <a:gd name="T11" fmla="*/ 454 h 641"/>
                <a:gd name="T12" fmla="*/ 0 w 509"/>
                <a:gd name="T13" fmla="*/ 228 h 641"/>
                <a:gd name="T14" fmla="*/ 0 w 509"/>
                <a:gd name="T15" fmla="*/ 226 h 641"/>
                <a:gd name="T16" fmla="*/ 215 w 509"/>
                <a:gd name="T17" fmla="*/ 0 h 641"/>
                <a:gd name="T18" fmla="*/ 372 w 509"/>
                <a:gd name="T19" fmla="*/ 72 h 641"/>
                <a:gd name="T20" fmla="*/ 372 w 509"/>
                <a:gd name="T21" fmla="*/ 9 h 641"/>
                <a:gd name="T22" fmla="*/ 509 w 509"/>
                <a:gd name="T23" fmla="*/ 9 h 641"/>
                <a:gd name="T24" fmla="*/ 509 w 509"/>
                <a:gd name="T25" fmla="*/ 385 h 641"/>
                <a:gd name="T26" fmla="*/ 448 w 509"/>
                <a:gd name="T27" fmla="*/ 576 h 641"/>
                <a:gd name="T28" fmla="*/ 239 w 509"/>
                <a:gd name="T29" fmla="*/ 641 h 641"/>
                <a:gd name="T30" fmla="*/ 24 w 509"/>
                <a:gd name="T31" fmla="*/ 590 h 641"/>
                <a:gd name="T32" fmla="*/ 373 w 509"/>
                <a:gd name="T33" fmla="*/ 228 h 641"/>
                <a:gd name="T34" fmla="*/ 373 w 509"/>
                <a:gd name="T35" fmla="*/ 226 h 641"/>
                <a:gd name="T36" fmla="*/ 255 w 509"/>
                <a:gd name="T37" fmla="*/ 114 h 641"/>
                <a:gd name="T38" fmla="*/ 137 w 509"/>
                <a:gd name="T39" fmla="*/ 226 h 641"/>
                <a:gd name="T40" fmla="*/ 137 w 509"/>
                <a:gd name="T41" fmla="*/ 228 h 641"/>
                <a:gd name="T42" fmla="*/ 255 w 509"/>
                <a:gd name="T43" fmla="*/ 340 h 641"/>
                <a:gd name="T44" fmla="*/ 373 w 509"/>
                <a:gd name="T45" fmla="*/ 228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9" h="641">
                  <a:moveTo>
                    <a:pt x="24" y="590"/>
                  </a:moveTo>
                  <a:cubicBezTo>
                    <a:pt x="71" y="487"/>
                    <a:pt x="71" y="487"/>
                    <a:pt x="71" y="487"/>
                  </a:cubicBezTo>
                  <a:cubicBezTo>
                    <a:pt x="121" y="515"/>
                    <a:pt x="171" y="531"/>
                    <a:pt x="235" y="531"/>
                  </a:cubicBezTo>
                  <a:cubicBezTo>
                    <a:pt x="329" y="531"/>
                    <a:pt x="373" y="486"/>
                    <a:pt x="373" y="399"/>
                  </a:cubicBezTo>
                  <a:cubicBezTo>
                    <a:pt x="373" y="376"/>
                    <a:pt x="373" y="376"/>
                    <a:pt x="373" y="376"/>
                  </a:cubicBezTo>
                  <a:cubicBezTo>
                    <a:pt x="333" y="425"/>
                    <a:pt x="288" y="454"/>
                    <a:pt x="215" y="454"/>
                  </a:cubicBezTo>
                  <a:cubicBezTo>
                    <a:pt x="102" y="454"/>
                    <a:pt x="0" y="372"/>
                    <a:pt x="0" y="228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82"/>
                    <a:pt x="104" y="0"/>
                    <a:pt x="215" y="0"/>
                  </a:cubicBezTo>
                  <a:cubicBezTo>
                    <a:pt x="290" y="0"/>
                    <a:pt x="334" y="32"/>
                    <a:pt x="372" y="72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509" y="9"/>
                    <a:pt x="509" y="9"/>
                    <a:pt x="509" y="9"/>
                  </a:cubicBezTo>
                  <a:cubicBezTo>
                    <a:pt x="509" y="385"/>
                    <a:pt x="509" y="385"/>
                    <a:pt x="509" y="385"/>
                  </a:cubicBezTo>
                  <a:cubicBezTo>
                    <a:pt x="509" y="472"/>
                    <a:pt x="488" y="535"/>
                    <a:pt x="448" y="576"/>
                  </a:cubicBezTo>
                  <a:cubicBezTo>
                    <a:pt x="402" y="621"/>
                    <a:pt x="333" y="641"/>
                    <a:pt x="239" y="641"/>
                  </a:cubicBezTo>
                  <a:cubicBezTo>
                    <a:pt x="160" y="641"/>
                    <a:pt x="86" y="623"/>
                    <a:pt x="24" y="590"/>
                  </a:cubicBezTo>
                  <a:close/>
                  <a:moveTo>
                    <a:pt x="373" y="228"/>
                  </a:moveTo>
                  <a:cubicBezTo>
                    <a:pt x="373" y="226"/>
                    <a:pt x="373" y="226"/>
                    <a:pt x="373" y="226"/>
                  </a:cubicBezTo>
                  <a:cubicBezTo>
                    <a:pt x="373" y="160"/>
                    <a:pt x="322" y="114"/>
                    <a:pt x="255" y="114"/>
                  </a:cubicBezTo>
                  <a:cubicBezTo>
                    <a:pt x="188" y="114"/>
                    <a:pt x="137" y="160"/>
                    <a:pt x="137" y="226"/>
                  </a:cubicBezTo>
                  <a:cubicBezTo>
                    <a:pt x="137" y="228"/>
                    <a:pt x="137" y="228"/>
                    <a:pt x="137" y="228"/>
                  </a:cubicBezTo>
                  <a:cubicBezTo>
                    <a:pt x="137" y="295"/>
                    <a:pt x="188" y="340"/>
                    <a:pt x="255" y="340"/>
                  </a:cubicBezTo>
                  <a:cubicBezTo>
                    <a:pt x="322" y="340"/>
                    <a:pt x="373" y="294"/>
                    <a:pt x="373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1" name="Freeform 21"/>
            <p:cNvSpPr/>
            <p:nvPr userDrawn="1"/>
          </p:nvSpPr>
          <p:spPr bwMode="auto">
            <a:xfrm>
              <a:off x="6747450" y="942113"/>
              <a:ext cx="219424" cy="275277"/>
            </a:xfrm>
            <a:custGeom>
              <a:avLst/>
              <a:gdLst>
                <a:gd name="T0" fmla="*/ 362 w 505"/>
                <a:gd name="T1" fmla="*/ 0 h 633"/>
                <a:gd name="T2" fmla="*/ 505 w 505"/>
                <a:gd name="T3" fmla="*/ 0 h 633"/>
                <a:gd name="T4" fmla="*/ 319 w 505"/>
                <a:gd name="T5" fmla="*/ 497 h 633"/>
                <a:gd name="T6" fmla="*/ 159 w 505"/>
                <a:gd name="T7" fmla="*/ 633 h 633"/>
                <a:gd name="T8" fmla="*/ 37 w 505"/>
                <a:gd name="T9" fmla="*/ 599 h 633"/>
                <a:gd name="T10" fmla="*/ 83 w 505"/>
                <a:gd name="T11" fmla="*/ 500 h 633"/>
                <a:gd name="T12" fmla="*/ 142 w 505"/>
                <a:gd name="T13" fmla="*/ 519 h 633"/>
                <a:gd name="T14" fmla="*/ 190 w 505"/>
                <a:gd name="T15" fmla="*/ 487 h 633"/>
                <a:gd name="T16" fmla="*/ 0 w 505"/>
                <a:gd name="T17" fmla="*/ 0 h 633"/>
                <a:gd name="T18" fmla="*/ 146 w 505"/>
                <a:gd name="T19" fmla="*/ 0 h 633"/>
                <a:gd name="T20" fmla="*/ 256 w 505"/>
                <a:gd name="T21" fmla="*/ 331 h 633"/>
                <a:gd name="T22" fmla="*/ 362 w 505"/>
                <a:gd name="T23" fmla="*/ 0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05" h="633">
                  <a:moveTo>
                    <a:pt x="362" y="0"/>
                  </a:moveTo>
                  <a:cubicBezTo>
                    <a:pt x="505" y="0"/>
                    <a:pt x="505" y="0"/>
                    <a:pt x="505" y="0"/>
                  </a:cubicBezTo>
                  <a:cubicBezTo>
                    <a:pt x="319" y="497"/>
                    <a:pt x="319" y="497"/>
                    <a:pt x="319" y="497"/>
                  </a:cubicBezTo>
                  <a:cubicBezTo>
                    <a:pt x="282" y="596"/>
                    <a:pt x="242" y="633"/>
                    <a:pt x="159" y="633"/>
                  </a:cubicBezTo>
                  <a:cubicBezTo>
                    <a:pt x="110" y="633"/>
                    <a:pt x="73" y="620"/>
                    <a:pt x="37" y="599"/>
                  </a:cubicBezTo>
                  <a:cubicBezTo>
                    <a:pt x="83" y="500"/>
                    <a:pt x="83" y="500"/>
                    <a:pt x="83" y="500"/>
                  </a:cubicBezTo>
                  <a:cubicBezTo>
                    <a:pt x="101" y="511"/>
                    <a:pt x="124" y="519"/>
                    <a:pt x="142" y="519"/>
                  </a:cubicBezTo>
                  <a:cubicBezTo>
                    <a:pt x="166" y="519"/>
                    <a:pt x="178" y="512"/>
                    <a:pt x="190" y="48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256" y="331"/>
                    <a:pt x="256" y="331"/>
                    <a:pt x="256" y="331"/>
                  </a:cubicBezTo>
                  <a:lnTo>
                    <a:pt x="3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2" name="Freeform 22"/>
            <p:cNvSpPr/>
            <p:nvPr userDrawn="1"/>
          </p:nvSpPr>
          <p:spPr bwMode="auto">
            <a:xfrm>
              <a:off x="6005842" y="1258171"/>
              <a:ext cx="132541" cy="290348"/>
            </a:xfrm>
            <a:custGeom>
              <a:avLst/>
              <a:gdLst>
                <a:gd name="T0" fmla="*/ 57 w 305"/>
                <a:gd name="T1" fmla="*/ 299 h 667"/>
                <a:gd name="T2" fmla="*/ 0 w 305"/>
                <a:gd name="T3" fmla="*/ 299 h 667"/>
                <a:gd name="T4" fmla="*/ 0 w 305"/>
                <a:gd name="T5" fmla="*/ 186 h 667"/>
                <a:gd name="T6" fmla="*/ 57 w 305"/>
                <a:gd name="T7" fmla="*/ 186 h 667"/>
                <a:gd name="T8" fmla="*/ 57 w 305"/>
                <a:gd name="T9" fmla="*/ 155 h 667"/>
                <a:gd name="T10" fmla="*/ 96 w 305"/>
                <a:gd name="T11" fmla="*/ 38 h 667"/>
                <a:gd name="T12" fmla="*/ 208 w 305"/>
                <a:gd name="T13" fmla="*/ 0 h 667"/>
                <a:gd name="T14" fmla="*/ 305 w 305"/>
                <a:gd name="T15" fmla="*/ 13 h 667"/>
                <a:gd name="T16" fmla="*/ 305 w 305"/>
                <a:gd name="T17" fmla="*/ 127 h 667"/>
                <a:gd name="T18" fmla="*/ 243 w 305"/>
                <a:gd name="T19" fmla="*/ 115 h 667"/>
                <a:gd name="T20" fmla="*/ 193 w 305"/>
                <a:gd name="T21" fmla="*/ 168 h 667"/>
                <a:gd name="T22" fmla="*/ 193 w 305"/>
                <a:gd name="T23" fmla="*/ 187 h 667"/>
                <a:gd name="T24" fmla="*/ 305 w 305"/>
                <a:gd name="T25" fmla="*/ 187 h 667"/>
                <a:gd name="T26" fmla="*/ 305 w 305"/>
                <a:gd name="T27" fmla="*/ 299 h 667"/>
                <a:gd name="T28" fmla="*/ 195 w 305"/>
                <a:gd name="T29" fmla="*/ 299 h 667"/>
                <a:gd name="T30" fmla="*/ 195 w 305"/>
                <a:gd name="T31" fmla="*/ 667 h 667"/>
                <a:gd name="T32" fmla="*/ 57 w 305"/>
                <a:gd name="T33" fmla="*/ 667 h 667"/>
                <a:gd name="T34" fmla="*/ 57 w 305"/>
                <a:gd name="T35" fmla="*/ 299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5" h="667">
                  <a:moveTo>
                    <a:pt x="57" y="299"/>
                  </a:moveTo>
                  <a:cubicBezTo>
                    <a:pt x="0" y="299"/>
                    <a:pt x="0" y="299"/>
                    <a:pt x="0" y="299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57" y="186"/>
                    <a:pt x="57" y="186"/>
                    <a:pt x="57" y="186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7" y="102"/>
                    <a:pt x="71" y="63"/>
                    <a:pt x="96" y="38"/>
                  </a:cubicBezTo>
                  <a:cubicBezTo>
                    <a:pt x="122" y="12"/>
                    <a:pt x="159" y="0"/>
                    <a:pt x="208" y="0"/>
                  </a:cubicBezTo>
                  <a:cubicBezTo>
                    <a:pt x="251" y="0"/>
                    <a:pt x="280" y="5"/>
                    <a:pt x="305" y="13"/>
                  </a:cubicBezTo>
                  <a:cubicBezTo>
                    <a:pt x="305" y="127"/>
                    <a:pt x="305" y="127"/>
                    <a:pt x="305" y="127"/>
                  </a:cubicBezTo>
                  <a:cubicBezTo>
                    <a:pt x="286" y="120"/>
                    <a:pt x="267" y="115"/>
                    <a:pt x="243" y="115"/>
                  </a:cubicBezTo>
                  <a:cubicBezTo>
                    <a:pt x="211" y="115"/>
                    <a:pt x="193" y="132"/>
                    <a:pt x="193" y="168"/>
                  </a:cubicBezTo>
                  <a:cubicBezTo>
                    <a:pt x="193" y="187"/>
                    <a:pt x="193" y="187"/>
                    <a:pt x="193" y="187"/>
                  </a:cubicBezTo>
                  <a:cubicBezTo>
                    <a:pt x="305" y="187"/>
                    <a:pt x="305" y="187"/>
                    <a:pt x="305" y="187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195" y="299"/>
                    <a:pt x="195" y="299"/>
                    <a:pt x="195" y="299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57" y="667"/>
                    <a:pt x="57" y="667"/>
                    <a:pt x="57" y="667"/>
                  </a:cubicBezTo>
                  <a:lnTo>
                    <a:pt x="57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3" name="Freeform 23"/>
            <p:cNvSpPr>
              <a:spLocks noEditPoints="1"/>
            </p:cNvSpPr>
            <p:nvPr userDrawn="1"/>
          </p:nvSpPr>
          <p:spPr bwMode="auto">
            <a:xfrm>
              <a:off x="6137497" y="1333086"/>
              <a:ext cx="228289" cy="219867"/>
            </a:xfrm>
            <a:custGeom>
              <a:avLst/>
              <a:gdLst>
                <a:gd name="T0" fmla="*/ 0 w 525"/>
                <a:gd name="T1" fmla="*/ 255 h 506"/>
                <a:gd name="T2" fmla="*/ 0 w 525"/>
                <a:gd name="T3" fmla="*/ 253 h 506"/>
                <a:gd name="T4" fmla="*/ 263 w 525"/>
                <a:gd name="T5" fmla="*/ 0 h 506"/>
                <a:gd name="T6" fmla="*/ 525 w 525"/>
                <a:gd name="T7" fmla="*/ 251 h 506"/>
                <a:gd name="T8" fmla="*/ 525 w 525"/>
                <a:gd name="T9" fmla="*/ 253 h 506"/>
                <a:gd name="T10" fmla="*/ 261 w 525"/>
                <a:gd name="T11" fmla="*/ 506 h 506"/>
                <a:gd name="T12" fmla="*/ 0 w 525"/>
                <a:gd name="T13" fmla="*/ 255 h 506"/>
                <a:gd name="T14" fmla="*/ 389 w 525"/>
                <a:gd name="T15" fmla="*/ 255 h 506"/>
                <a:gd name="T16" fmla="*/ 389 w 525"/>
                <a:gd name="T17" fmla="*/ 253 h 506"/>
                <a:gd name="T18" fmla="*/ 261 w 525"/>
                <a:gd name="T19" fmla="*/ 119 h 506"/>
                <a:gd name="T20" fmla="*/ 135 w 525"/>
                <a:gd name="T21" fmla="*/ 251 h 506"/>
                <a:gd name="T22" fmla="*/ 135 w 525"/>
                <a:gd name="T23" fmla="*/ 253 h 506"/>
                <a:gd name="T24" fmla="*/ 263 w 525"/>
                <a:gd name="T25" fmla="*/ 387 h 506"/>
                <a:gd name="T26" fmla="*/ 389 w 525"/>
                <a:gd name="T27" fmla="*/ 25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6">
                  <a:moveTo>
                    <a:pt x="0" y="255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12" y="0"/>
                    <a:pt x="263" y="0"/>
                  </a:cubicBezTo>
                  <a:cubicBezTo>
                    <a:pt x="413" y="0"/>
                    <a:pt x="525" y="112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2" y="506"/>
                    <a:pt x="261" y="506"/>
                  </a:cubicBezTo>
                  <a:cubicBezTo>
                    <a:pt x="111" y="506"/>
                    <a:pt x="0" y="394"/>
                    <a:pt x="0" y="255"/>
                  </a:cubicBezTo>
                  <a:close/>
                  <a:moveTo>
                    <a:pt x="389" y="255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2"/>
                    <a:pt x="337" y="119"/>
                    <a:pt x="261" y="119"/>
                  </a:cubicBezTo>
                  <a:cubicBezTo>
                    <a:pt x="183" y="119"/>
                    <a:pt x="135" y="180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5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4" name="Freeform 24"/>
            <p:cNvSpPr/>
            <p:nvPr userDrawn="1"/>
          </p:nvSpPr>
          <p:spPr bwMode="auto">
            <a:xfrm>
              <a:off x="6379084" y="1331756"/>
              <a:ext cx="127665" cy="216764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0 h 498"/>
                <a:gd name="T6" fmla="*/ 293 w 293"/>
                <a:gd name="T7" fmla="*/ 3 h 498"/>
                <a:gd name="T8" fmla="*/ 293 w 293"/>
                <a:gd name="T9" fmla="*/ 147 h 498"/>
                <a:gd name="T10" fmla="*/ 286 w 293"/>
                <a:gd name="T11" fmla="*/ 147 h 498"/>
                <a:gd name="T12" fmla="*/ 138 w 293"/>
                <a:gd name="T13" fmla="*/ 318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66" y="43"/>
                    <a:pt x="211" y="0"/>
                    <a:pt x="293" y="3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86" y="147"/>
                    <a:pt x="286" y="147"/>
                    <a:pt x="286" y="147"/>
                  </a:cubicBezTo>
                  <a:cubicBezTo>
                    <a:pt x="194" y="147"/>
                    <a:pt x="138" y="203"/>
                    <a:pt x="138" y="318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5" name="Freeform 25"/>
            <p:cNvSpPr>
              <a:spLocks noEditPoints="1"/>
            </p:cNvSpPr>
            <p:nvPr userDrawn="1"/>
          </p:nvSpPr>
          <p:spPr bwMode="auto">
            <a:xfrm>
              <a:off x="6582993" y="1334859"/>
              <a:ext cx="194157" cy="217207"/>
            </a:xfrm>
            <a:custGeom>
              <a:avLst/>
              <a:gdLst>
                <a:gd name="T0" fmla="*/ 0 w 446"/>
                <a:gd name="T1" fmla="*/ 351 h 500"/>
                <a:gd name="T2" fmla="*/ 0 w 446"/>
                <a:gd name="T3" fmla="*/ 349 h 500"/>
                <a:gd name="T4" fmla="*/ 195 w 446"/>
                <a:gd name="T5" fmla="*/ 195 h 500"/>
                <a:gd name="T6" fmla="*/ 314 w 446"/>
                <a:gd name="T7" fmla="*/ 215 h 500"/>
                <a:gd name="T8" fmla="*/ 314 w 446"/>
                <a:gd name="T9" fmla="*/ 206 h 500"/>
                <a:gd name="T10" fmla="*/ 210 w 446"/>
                <a:gd name="T11" fmla="*/ 118 h 500"/>
                <a:gd name="T12" fmla="*/ 76 w 446"/>
                <a:gd name="T13" fmla="*/ 144 h 500"/>
                <a:gd name="T14" fmla="*/ 42 w 446"/>
                <a:gd name="T15" fmla="*/ 39 h 500"/>
                <a:gd name="T16" fmla="*/ 230 w 446"/>
                <a:gd name="T17" fmla="*/ 0 h 500"/>
                <a:gd name="T18" fmla="*/ 394 w 446"/>
                <a:gd name="T19" fmla="*/ 54 h 500"/>
                <a:gd name="T20" fmla="*/ 446 w 446"/>
                <a:gd name="T21" fmla="*/ 209 h 500"/>
                <a:gd name="T22" fmla="*/ 446 w 446"/>
                <a:gd name="T23" fmla="*/ 491 h 500"/>
                <a:gd name="T24" fmla="*/ 313 w 446"/>
                <a:gd name="T25" fmla="*/ 491 h 500"/>
                <a:gd name="T26" fmla="*/ 313 w 446"/>
                <a:gd name="T27" fmla="*/ 438 h 500"/>
                <a:gd name="T28" fmla="*/ 167 w 446"/>
                <a:gd name="T29" fmla="*/ 500 h 500"/>
                <a:gd name="T30" fmla="*/ 0 w 446"/>
                <a:gd name="T31" fmla="*/ 351 h 500"/>
                <a:gd name="T32" fmla="*/ 316 w 446"/>
                <a:gd name="T33" fmla="*/ 320 h 500"/>
                <a:gd name="T34" fmla="*/ 316 w 446"/>
                <a:gd name="T35" fmla="*/ 295 h 500"/>
                <a:gd name="T36" fmla="*/ 228 w 446"/>
                <a:gd name="T37" fmla="*/ 277 h 500"/>
                <a:gd name="T38" fmla="*/ 133 w 446"/>
                <a:gd name="T39" fmla="*/ 344 h 500"/>
                <a:gd name="T40" fmla="*/ 133 w 446"/>
                <a:gd name="T41" fmla="*/ 346 h 500"/>
                <a:gd name="T42" fmla="*/ 208 w 446"/>
                <a:gd name="T43" fmla="*/ 405 h 500"/>
                <a:gd name="T44" fmla="*/ 316 w 446"/>
                <a:gd name="T45" fmla="*/ 32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500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4"/>
                    <a:pt x="81" y="195"/>
                    <a:pt x="195" y="195"/>
                  </a:cubicBezTo>
                  <a:cubicBezTo>
                    <a:pt x="244" y="195"/>
                    <a:pt x="280" y="203"/>
                    <a:pt x="314" y="215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8"/>
                    <a:pt x="210" y="118"/>
                  </a:cubicBezTo>
                  <a:cubicBezTo>
                    <a:pt x="157" y="118"/>
                    <a:pt x="120" y="128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8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1"/>
                    <a:pt x="446" y="144"/>
                    <a:pt x="446" y="209"/>
                  </a:cubicBezTo>
                  <a:cubicBezTo>
                    <a:pt x="446" y="491"/>
                    <a:pt x="446" y="491"/>
                    <a:pt x="446" y="491"/>
                  </a:cubicBezTo>
                  <a:cubicBezTo>
                    <a:pt x="313" y="491"/>
                    <a:pt x="313" y="491"/>
                    <a:pt x="313" y="491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4" y="500"/>
                    <a:pt x="167" y="500"/>
                  </a:cubicBezTo>
                  <a:cubicBezTo>
                    <a:pt x="75" y="500"/>
                    <a:pt x="0" y="447"/>
                    <a:pt x="0" y="351"/>
                  </a:cubicBezTo>
                  <a:close/>
                  <a:moveTo>
                    <a:pt x="316" y="320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1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5"/>
                    <a:pt x="208" y="405"/>
                  </a:cubicBezTo>
                  <a:cubicBezTo>
                    <a:pt x="272" y="405"/>
                    <a:pt x="316" y="369"/>
                    <a:pt x="316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6" name="Rectangle 26"/>
            <p:cNvSpPr>
              <a:spLocks noChangeArrowheads="1"/>
            </p:cNvSpPr>
            <p:nvPr userDrawn="1"/>
          </p:nvSpPr>
          <p:spPr bwMode="auto">
            <a:xfrm>
              <a:off x="6801973" y="1260831"/>
              <a:ext cx="59843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7" name="Rectangle 27"/>
            <p:cNvSpPr>
              <a:spLocks noChangeArrowheads="1"/>
            </p:cNvSpPr>
            <p:nvPr userDrawn="1"/>
          </p:nvSpPr>
          <p:spPr bwMode="auto">
            <a:xfrm>
              <a:off x="6886639" y="1260831"/>
              <a:ext cx="59399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11556231" y="767096"/>
            <a:ext cx="634181" cy="1898696"/>
            <a:chOff x="11556230" y="767096"/>
            <a:chExt cx="634181" cy="1898696"/>
          </a:xfrm>
        </p:grpSpPr>
        <p:sp>
          <p:nvSpPr>
            <p:cNvPr id="77" name="Rectangle 28"/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grpSp>
          <p:nvGrpSpPr>
            <p:cNvPr id="78" name="Group 77"/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/>
              <p:cNvSpPr/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0" name="Freeform 30"/>
              <p:cNvSpPr/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1" name="Freeform 31"/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2" name="Freeform 32"/>
              <p:cNvSpPr/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3" name="Freeform 33"/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4" name="Freeform 34"/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</p:grpSp>
      </p:grp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38948" y="3561907"/>
            <a:ext cx="7852329" cy="17740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" y="37"/>
            <a:ext cx="12188825" cy="6857929"/>
          </a:xfrm>
          <a:prstGeom prst="rect">
            <a:avLst/>
          </a:prstGeom>
        </p:spPr>
      </p:pic>
      <p:sp>
        <p:nvSpPr>
          <p:cNvPr id="25" name="TextBox 24"/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Group 25"/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8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9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30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31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32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33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669529" y="6618909"/>
            <a:ext cx="438912" cy="1554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5" name="TextBox 48"/>
          <p:cNvSpPr txBox="1"/>
          <p:nvPr userDrawn="1"/>
        </p:nvSpPr>
        <p:spPr>
          <a:xfrm>
            <a:off x="8399867" y="6432921"/>
            <a:ext cx="356950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gradFill flip="none" rotWithShape="1">
                  <a:gsLst>
                    <a:gs pos="0">
                      <a:srgbClr val="E1140A"/>
                    </a:gs>
                    <a:gs pos="85038">
                      <a:srgbClr val="3E8DDD">
                        <a:lumMod val="75000"/>
                      </a:srgbClr>
                    </a:gs>
                    <a:gs pos="69150">
                      <a:srgbClr val="3E8DDD">
                        <a:lumMod val="75000"/>
                      </a:srgbClr>
                    </a:gs>
                    <a:gs pos="33632">
                      <a:srgbClr val="FFC000"/>
                    </a:gs>
                    <a:gs pos="18000">
                      <a:srgbClr val="FF6A00"/>
                    </a:gs>
                    <a:gs pos="54000">
                      <a:srgbClr val="6AC346">
                        <a:lumMod val="75000"/>
                      </a:srgbClr>
                    </a:gs>
                    <a:gs pos="100000">
                      <a:srgbClr val="8246AF"/>
                    </a:gs>
                  </a:gsLst>
                  <a:lin ang="0" scaled="1"/>
                  <a:tileRect/>
                </a:gradFill>
                <a:cs typeface="Arial" panose="020B0604020202020204" pitchFamily="34" charset="0"/>
              </a:rPr>
              <a:t>Business Application Services Delivery</a:t>
            </a:r>
            <a:endParaRPr lang="en-US" sz="1400" b="1">
              <a:gradFill flip="none" rotWithShape="1">
                <a:gsLst>
                  <a:gs pos="0">
                    <a:srgbClr val="E1140A"/>
                  </a:gs>
                  <a:gs pos="85038">
                    <a:srgbClr val="3E8DDD">
                      <a:lumMod val="75000"/>
                    </a:srgbClr>
                  </a:gs>
                  <a:gs pos="69150">
                    <a:srgbClr val="3E8DDD">
                      <a:lumMod val="75000"/>
                    </a:srgbClr>
                  </a:gs>
                  <a:gs pos="33632">
                    <a:srgbClr val="FFC000"/>
                  </a:gs>
                  <a:gs pos="18000">
                    <a:srgbClr val="FF6A00"/>
                  </a:gs>
                  <a:gs pos="54000">
                    <a:srgbClr val="6AC346">
                      <a:lumMod val="75000"/>
                    </a:srgbClr>
                  </a:gs>
                  <a:gs pos="100000">
                    <a:srgbClr val="8246AF"/>
                  </a:gs>
                </a:gsLst>
                <a:lin ang="0" scaled="1"/>
                <a:tileRect/>
              </a:gradFill>
              <a:cs typeface="Arial" panose="020B0604020202020204" pitchFamily="34" charset="0"/>
            </a:endParaRPr>
          </a:p>
        </p:txBody>
      </p:sp>
      <p:sp>
        <p:nvSpPr>
          <p:cNvPr id="6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51194" y="250401"/>
            <a:ext cx="1107050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ts val="3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7" name="Freeform 5"/>
          <p:cNvSpPr>
            <a:spLocks noChangeAspect="1" noEditPoints="1"/>
          </p:cNvSpPr>
          <p:nvPr userDrawn="1"/>
        </p:nvSpPr>
        <p:spPr bwMode="black">
          <a:xfrm>
            <a:off x="335161" y="375603"/>
            <a:ext cx="200535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44" tIns="45672" rIns="91344" bIns="45672" numCol="1" anchor="t" anchorCtr="0" compatLnSpc="1"/>
          <a:lstStyle/>
          <a:p>
            <a:endParaRPr lang="en-US" sz="2395"/>
          </a:p>
        </p:txBody>
      </p:sp>
    </p:spTree>
  </p:cSld>
  <p:clrMapOvr>
    <a:masterClrMapping/>
  </p:clrMapOvr>
  <p:transition spd="med"/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130" indent="0" algn="ctr">
              <a:buNone/>
              <a:defRPr sz="1600"/>
            </a:lvl8pPr>
            <a:lvl9pPr marL="365633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1A952-145E-4AF4-93DB-87E45FBF93D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F123B-A6B0-4661-A9A5-F863C0910C23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" y="37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  <a:endParaRPr lang="en-US"/>
          </a:p>
        </p:txBody>
      </p:sp>
      <p:grpSp>
        <p:nvGrpSpPr>
          <p:cNvPr id="68" name="Group 67"/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0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1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2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3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4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5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76" name="Freeform 5"/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en-US" sz="1800"/>
          </a:p>
        </p:txBody>
      </p:sp>
      <p:sp>
        <p:nvSpPr>
          <p:cNvPr id="82" name="TextBox 81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61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  <a:endParaRPr lang="en-US"/>
          </a:p>
        </p:txBody>
      </p:sp>
      <p:grpSp>
        <p:nvGrpSpPr>
          <p:cNvPr id="14" name="Group 13"/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9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0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22" name="Freeform 5"/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en-US" sz="1800"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61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  <a:endParaRPr lang="en-US"/>
          </a:p>
        </p:txBody>
      </p:sp>
      <p:grpSp>
        <p:nvGrpSpPr>
          <p:cNvPr id="14" name="Group 13"/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9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0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22" name="Freeform 5"/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en-US" sz="1800"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3"/>
            <a:ext cx="9912096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51"/>
            <a:ext cx="9912096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1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3"/>
            <a:ext cx="99212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51"/>
            <a:ext cx="99212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1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7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3" imgW="9525" imgH="9525" progId="TCLayout.ActiveDocument.1">
                  <p:embed/>
                </p:oleObj>
              </mc:Choice>
              <mc:Fallback>
                <p:oleObj name="think-cell 幻灯片" r:id="rId3" imgW="9525" imgH="952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7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3" imgW="9525" imgH="9525" progId="TCLayout.ActiveDocument.1">
                  <p:embed/>
                </p:oleObj>
              </mc:Choice>
              <mc:Fallback>
                <p:oleObj name="think-cell 幻灯片" r:id="rId3" imgW="9525" imgH="952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4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4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1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create chart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/>
          <p:cNvGrpSpPr/>
          <p:nvPr userDrawn="1"/>
        </p:nvGrpSpPr>
        <p:grpSpPr>
          <a:xfrm>
            <a:off x="1538947" y="3561909"/>
            <a:ext cx="7851377" cy="1769127"/>
            <a:chOff x="541049" y="2649538"/>
            <a:chExt cx="9285724" cy="2092325"/>
          </a:xfrm>
          <a:solidFill>
            <a:srgbClr val="E1251B"/>
          </a:solidFill>
        </p:grpSpPr>
        <p:sp>
          <p:nvSpPr>
            <p:cNvPr id="167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8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9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0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1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2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3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grpSp>
        <p:nvGrpSpPr>
          <p:cNvPr id="76" name="Group 75"/>
          <p:cNvGrpSpPr/>
          <p:nvPr userDrawn="1"/>
        </p:nvGrpSpPr>
        <p:grpSpPr>
          <a:xfrm>
            <a:off x="9390325" y="936748"/>
            <a:ext cx="1965963" cy="1042086"/>
            <a:chOff x="4988072" y="501936"/>
            <a:chExt cx="1978802" cy="1051017"/>
          </a:xfrm>
          <a:solidFill>
            <a:srgbClr val="E1251B"/>
          </a:solidFill>
        </p:grpSpPr>
        <p:sp>
          <p:nvSpPr>
            <p:cNvPr id="85" name="Freeform 5"/>
            <p:cNvSpPr/>
            <p:nvPr userDrawn="1"/>
          </p:nvSpPr>
          <p:spPr bwMode="auto">
            <a:xfrm>
              <a:off x="5559016" y="501936"/>
              <a:ext cx="218094" cy="282813"/>
            </a:xfrm>
            <a:custGeom>
              <a:avLst/>
              <a:gdLst>
                <a:gd name="T0" fmla="*/ 0 w 502"/>
                <a:gd name="T1" fmla="*/ 550 h 651"/>
                <a:gd name="T2" fmla="*/ 83 w 502"/>
                <a:gd name="T3" fmla="*/ 451 h 651"/>
                <a:gd name="T4" fmla="*/ 272 w 502"/>
                <a:gd name="T5" fmla="*/ 528 h 651"/>
                <a:gd name="T6" fmla="*/ 363 w 502"/>
                <a:gd name="T7" fmla="*/ 469 h 651"/>
                <a:gd name="T8" fmla="*/ 363 w 502"/>
                <a:gd name="T9" fmla="*/ 467 h 651"/>
                <a:gd name="T10" fmla="*/ 236 w 502"/>
                <a:gd name="T11" fmla="*/ 386 h 651"/>
                <a:gd name="T12" fmla="*/ 26 w 502"/>
                <a:gd name="T13" fmla="*/ 192 h 651"/>
                <a:gd name="T14" fmla="*/ 26 w 502"/>
                <a:gd name="T15" fmla="*/ 191 h 651"/>
                <a:gd name="T16" fmla="*/ 247 w 502"/>
                <a:gd name="T17" fmla="*/ 0 h 651"/>
                <a:gd name="T18" fmla="*/ 483 w 502"/>
                <a:gd name="T19" fmla="*/ 80 h 651"/>
                <a:gd name="T20" fmla="*/ 410 w 502"/>
                <a:gd name="T21" fmla="*/ 185 h 651"/>
                <a:gd name="T22" fmla="*/ 246 w 502"/>
                <a:gd name="T23" fmla="*/ 123 h 651"/>
                <a:gd name="T24" fmla="*/ 164 w 502"/>
                <a:gd name="T25" fmla="*/ 178 h 651"/>
                <a:gd name="T26" fmla="*/ 164 w 502"/>
                <a:gd name="T27" fmla="*/ 180 h 651"/>
                <a:gd name="T28" fmla="*/ 301 w 502"/>
                <a:gd name="T29" fmla="*/ 263 h 651"/>
                <a:gd name="T30" fmla="*/ 502 w 502"/>
                <a:gd name="T31" fmla="*/ 453 h 651"/>
                <a:gd name="T32" fmla="*/ 502 w 502"/>
                <a:gd name="T33" fmla="*/ 455 h 651"/>
                <a:gd name="T34" fmla="*/ 269 w 502"/>
                <a:gd name="T35" fmla="*/ 651 h 651"/>
                <a:gd name="T36" fmla="*/ 0 w 502"/>
                <a:gd name="T37" fmla="*/ 55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2" h="651">
                  <a:moveTo>
                    <a:pt x="0" y="550"/>
                  </a:moveTo>
                  <a:cubicBezTo>
                    <a:pt x="83" y="451"/>
                    <a:pt x="83" y="451"/>
                    <a:pt x="83" y="451"/>
                  </a:cubicBezTo>
                  <a:cubicBezTo>
                    <a:pt x="140" y="498"/>
                    <a:pt x="200" y="528"/>
                    <a:pt x="272" y="528"/>
                  </a:cubicBezTo>
                  <a:cubicBezTo>
                    <a:pt x="329" y="528"/>
                    <a:pt x="363" y="506"/>
                    <a:pt x="363" y="469"/>
                  </a:cubicBezTo>
                  <a:cubicBezTo>
                    <a:pt x="363" y="467"/>
                    <a:pt x="363" y="467"/>
                    <a:pt x="363" y="467"/>
                  </a:cubicBezTo>
                  <a:cubicBezTo>
                    <a:pt x="363" y="431"/>
                    <a:pt x="342" y="413"/>
                    <a:pt x="236" y="386"/>
                  </a:cubicBezTo>
                  <a:cubicBezTo>
                    <a:pt x="108" y="354"/>
                    <a:pt x="26" y="318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76"/>
                    <a:pt x="118" y="0"/>
                    <a:pt x="247" y="0"/>
                  </a:cubicBezTo>
                  <a:cubicBezTo>
                    <a:pt x="340" y="0"/>
                    <a:pt x="419" y="29"/>
                    <a:pt x="483" y="80"/>
                  </a:cubicBezTo>
                  <a:cubicBezTo>
                    <a:pt x="410" y="185"/>
                    <a:pt x="410" y="185"/>
                    <a:pt x="410" y="185"/>
                  </a:cubicBezTo>
                  <a:cubicBezTo>
                    <a:pt x="354" y="146"/>
                    <a:pt x="299" y="123"/>
                    <a:pt x="246" y="123"/>
                  </a:cubicBezTo>
                  <a:cubicBezTo>
                    <a:pt x="192" y="123"/>
                    <a:pt x="164" y="147"/>
                    <a:pt x="164" y="178"/>
                  </a:cubicBezTo>
                  <a:cubicBezTo>
                    <a:pt x="164" y="180"/>
                    <a:pt x="164" y="180"/>
                    <a:pt x="164" y="180"/>
                  </a:cubicBezTo>
                  <a:cubicBezTo>
                    <a:pt x="164" y="221"/>
                    <a:pt x="191" y="235"/>
                    <a:pt x="301" y="263"/>
                  </a:cubicBezTo>
                  <a:cubicBezTo>
                    <a:pt x="429" y="297"/>
                    <a:pt x="502" y="343"/>
                    <a:pt x="502" y="453"/>
                  </a:cubicBezTo>
                  <a:cubicBezTo>
                    <a:pt x="502" y="455"/>
                    <a:pt x="502" y="455"/>
                    <a:pt x="502" y="455"/>
                  </a:cubicBezTo>
                  <a:cubicBezTo>
                    <a:pt x="502" y="581"/>
                    <a:pt x="406" y="651"/>
                    <a:pt x="269" y="651"/>
                  </a:cubicBezTo>
                  <a:cubicBezTo>
                    <a:pt x="173" y="651"/>
                    <a:pt x="76" y="618"/>
                    <a:pt x="0" y="5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6" name="Freeform 6"/>
            <p:cNvSpPr/>
            <p:nvPr userDrawn="1"/>
          </p:nvSpPr>
          <p:spPr bwMode="auto">
            <a:xfrm>
              <a:off x="5791295" y="566212"/>
              <a:ext cx="322264" cy="214547"/>
            </a:xfrm>
            <a:custGeom>
              <a:avLst/>
              <a:gdLst>
                <a:gd name="T0" fmla="*/ 0 w 741"/>
                <a:gd name="T1" fmla="*/ 9 h 494"/>
                <a:gd name="T2" fmla="*/ 138 w 741"/>
                <a:gd name="T3" fmla="*/ 9 h 494"/>
                <a:gd name="T4" fmla="*/ 138 w 741"/>
                <a:gd name="T5" fmla="*/ 78 h 494"/>
                <a:gd name="T6" fmla="*/ 281 w 741"/>
                <a:gd name="T7" fmla="*/ 0 h 494"/>
                <a:gd name="T8" fmla="*/ 418 w 741"/>
                <a:gd name="T9" fmla="*/ 77 h 494"/>
                <a:gd name="T10" fmla="*/ 577 w 741"/>
                <a:gd name="T11" fmla="*/ 0 h 494"/>
                <a:gd name="T12" fmla="*/ 741 w 741"/>
                <a:gd name="T13" fmla="*/ 178 h 494"/>
                <a:gd name="T14" fmla="*/ 741 w 741"/>
                <a:gd name="T15" fmla="*/ 494 h 494"/>
                <a:gd name="T16" fmla="*/ 603 w 741"/>
                <a:gd name="T17" fmla="*/ 494 h 494"/>
                <a:gd name="T18" fmla="*/ 603 w 741"/>
                <a:gd name="T19" fmla="*/ 224 h 494"/>
                <a:gd name="T20" fmla="*/ 523 w 741"/>
                <a:gd name="T21" fmla="*/ 125 h 494"/>
                <a:gd name="T22" fmla="*/ 439 w 741"/>
                <a:gd name="T23" fmla="*/ 224 h 494"/>
                <a:gd name="T24" fmla="*/ 439 w 741"/>
                <a:gd name="T25" fmla="*/ 494 h 494"/>
                <a:gd name="T26" fmla="*/ 302 w 741"/>
                <a:gd name="T27" fmla="*/ 494 h 494"/>
                <a:gd name="T28" fmla="*/ 302 w 741"/>
                <a:gd name="T29" fmla="*/ 224 h 494"/>
                <a:gd name="T30" fmla="*/ 221 w 741"/>
                <a:gd name="T31" fmla="*/ 125 h 494"/>
                <a:gd name="T32" fmla="*/ 138 w 741"/>
                <a:gd name="T33" fmla="*/ 224 h 494"/>
                <a:gd name="T34" fmla="*/ 138 w 741"/>
                <a:gd name="T35" fmla="*/ 494 h 494"/>
                <a:gd name="T36" fmla="*/ 0 w 741"/>
                <a:gd name="T37" fmla="*/ 494 h 494"/>
                <a:gd name="T38" fmla="*/ 0 w 741"/>
                <a:gd name="T39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41" h="494">
                  <a:moveTo>
                    <a:pt x="0" y="9"/>
                  </a:moveTo>
                  <a:cubicBezTo>
                    <a:pt x="138" y="9"/>
                    <a:pt x="138" y="9"/>
                    <a:pt x="138" y="9"/>
                  </a:cubicBezTo>
                  <a:cubicBezTo>
                    <a:pt x="138" y="78"/>
                    <a:pt x="138" y="78"/>
                    <a:pt x="138" y="78"/>
                  </a:cubicBezTo>
                  <a:cubicBezTo>
                    <a:pt x="170" y="37"/>
                    <a:pt x="211" y="0"/>
                    <a:pt x="281" y="0"/>
                  </a:cubicBezTo>
                  <a:cubicBezTo>
                    <a:pt x="344" y="0"/>
                    <a:pt x="392" y="28"/>
                    <a:pt x="418" y="77"/>
                  </a:cubicBezTo>
                  <a:cubicBezTo>
                    <a:pt x="460" y="27"/>
                    <a:pt x="511" y="0"/>
                    <a:pt x="577" y="0"/>
                  </a:cubicBezTo>
                  <a:cubicBezTo>
                    <a:pt x="679" y="0"/>
                    <a:pt x="741" y="62"/>
                    <a:pt x="741" y="178"/>
                  </a:cubicBezTo>
                  <a:cubicBezTo>
                    <a:pt x="741" y="494"/>
                    <a:pt x="741" y="494"/>
                    <a:pt x="741" y="494"/>
                  </a:cubicBezTo>
                  <a:cubicBezTo>
                    <a:pt x="603" y="494"/>
                    <a:pt x="603" y="494"/>
                    <a:pt x="603" y="494"/>
                  </a:cubicBezTo>
                  <a:cubicBezTo>
                    <a:pt x="603" y="224"/>
                    <a:pt x="603" y="224"/>
                    <a:pt x="603" y="224"/>
                  </a:cubicBezTo>
                  <a:cubicBezTo>
                    <a:pt x="603" y="159"/>
                    <a:pt x="574" y="125"/>
                    <a:pt x="523" y="125"/>
                  </a:cubicBezTo>
                  <a:cubicBezTo>
                    <a:pt x="471" y="125"/>
                    <a:pt x="439" y="159"/>
                    <a:pt x="439" y="224"/>
                  </a:cubicBezTo>
                  <a:cubicBezTo>
                    <a:pt x="439" y="494"/>
                    <a:pt x="439" y="494"/>
                    <a:pt x="439" y="494"/>
                  </a:cubicBezTo>
                  <a:cubicBezTo>
                    <a:pt x="302" y="494"/>
                    <a:pt x="302" y="494"/>
                    <a:pt x="302" y="49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159"/>
                    <a:pt x="273" y="125"/>
                    <a:pt x="221" y="125"/>
                  </a:cubicBezTo>
                  <a:cubicBezTo>
                    <a:pt x="170" y="125"/>
                    <a:pt x="138" y="159"/>
                    <a:pt x="138" y="224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7" name="Freeform 7"/>
            <p:cNvSpPr>
              <a:spLocks noEditPoints="1"/>
            </p:cNvSpPr>
            <p:nvPr userDrawn="1"/>
          </p:nvSpPr>
          <p:spPr bwMode="auto">
            <a:xfrm>
              <a:off x="6125971" y="567985"/>
              <a:ext cx="193713" cy="216764"/>
            </a:xfrm>
            <a:custGeom>
              <a:avLst/>
              <a:gdLst>
                <a:gd name="T0" fmla="*/ 0 w 446"/>
                <a:gd name="T1" fmla="*/ 351 h 499"/>
                <a:gd name="T2" fmla="*/ 0 w 446"/>
                <a:gd name="T3" fmla="*/ 349 h 499"/>
                <a:gd name="T4" fmla="*/ 195 w 446"/>
                <a:gd name="T5" fmla="*/ 194 h 499"/>
                <a:gd name="T6" fmla="*/ 314 w 446"/>
                <a:gd name="T7" fmla="*/ 214 h 499"/>
                <a:gd name="T8" fmla="*/ 314 w 446"/>
                <a:gd name="T9" fmla="*/ 206 h 499"/>
                <a:gd name="T10" fmla="*/ 210 w 446"/>
                <a:gd name="T11" fmla="*/ 117 h 499"/>
                <a:gd name="T12" fmla="*/ 76 w 446"/>
                <a:gd name="T13" fmla="*/ 144 h 499"/>
                <a:gd name="T14" fmla="*/ 42 w 446"/>
                <a:gd name="T15" fmla="*/ 39 h 499"/>
                <a:gd name="T16" fmla="*/ 230 w 446"/>
                <a:gd name="T17" fmla="*/ 0 h 499"/>
                <a:gd name="T18" fmla="*/ 394 w 446"/>
                <a:gd name="T19" fmla="*/ 54 h 499"/>
                <a:gd name="T20" fmla="*/ 446 w 446"/>
                <a:gd name="T21" fmla="*/ 209 h 499"/>
                <a:gd name="T22" fmla="*/ 446 w 446"/>
                <a:gd name="T23" fmla="*/ 490 h 499"/>
                <a:gd name="T24" fmla="*/ 313 w 446"/>
                <a:gd name="T25" fmla="*/ 490 h 499"/>
                <a:gd name="T26" fmla="*/ 313 w 446"/>
                <a:gd name="T27" fmla="*/ 438 h 499"/>
                <a:gd name="T28" fmla="*/ 166 w 446"/>
                <a:gd name="T29" fmla="*/ 499 h 499"/>
                <a:gd name="T30" fmla="*/ 0 w 446"/>
                <a:gd name="T31" fmla="*/ 351 h 499"/>
                <a:gd name="T32" fmla="*/ 316 w 446"/>
                <a:gd name="T33" fmla="*/ 319 h 499"/>
                <a:gd name="T34" fmla="*/ 316 w 446"/>
                <a:gd name="T35" fmla="*/ 295 h 499"/>
                <a:gd name="T36" fmla="*/ 228 w 446"/>
                <a:gd name="T37" fmla="*/ 277 h 499"/>
                <a:gd name="T38" fmla="*/ 133 w 446"/>
                <a:gd name="T39" fmla="*/ 344 h 499"/>
                <a:gd name="T40" fmla="*/ 133 w 446"/>
                <a:gd name="T41" fmla="*/ 346 h 499"/>
                <a:gd name="T42" fmla="*/ 208 w 446"/>
                <a:gd name="T43" fmla="*/ 404 h 499"/>
                <a:gd name="T44" fmla="*/ 316 w 446"/>
                <a:gd name="T45" fmla="*/ 31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499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3"/>
                    <a:pt x="80" y="194"/>
                    <a:pt x="195" y="194"/>
                  </a:cubicBezTo>
                  <a:cubicBezTo>
                    <a:pt x="244" y="194"/>
                    <a:pt x="280" y="202"/>
                    <a:pt x="314" y="214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7"/>
                    <a:pt x="210" y="117"/>
                  </a:cubicBezTo>
                  <a:cubicBezTo>
                    <a:pt x="157" y="117"/>
                    <a:pt x="120" y="127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7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0"/>
                    <a:pt x="446" y="144"/>
                    <a:pt x="446" y="209"/>
                  </a:cubicBezTo>
                  <a:cubicBezTo>
                    <a:pt x="446" y="490"/>
                    <a:pt x="446" y="490"/>
                    <a:pt x="446" y="490"/>
                  </a:cubicBezTo>
                  <a:cubicBezTo>
                    <a:pt x="313" y="490"/>
                    <a:pt x="313" y="490"/>
                    <a:pt x="313" y="490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3" y="499"/>
                    <a:pt x="166" y="499"/>
                  </a:cubicBezTo>
                  <a:cubicBezTo>
                    <a:pt x="75" y="499"/>
                    <a:pt x="0" y="447"/>
                    <a:pt x="0" y="351"/>
                  </a:cubicBezTo>
                  <a:close/>
                  <a:moveTo>
                    <a:pt x="316" y="319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0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4"/>
                    <a:pt x="208" y="404"/>
                  </a:cubicBezTo>
                  <a:cubicBezTo>
                    <a:pt x="272" y="404"/>
                    <a:pt x="316" y="369"/>
                    <a:pt x="316" y="3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8" name="Freeform 8"/>
            <p:cNvSpPr/>
            <p:nvPr userDrawn="1"/>
          </p:nvSpPr>
          <p:spPr bwMode="auto">
            <a:xfrm>
              <a:off x="6336529" y="564438"/>
              <a:ext cx="127665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9" name="Freeform 9"/>
            <p:cNvSpPr/>
            <p:nvPr userDrawn="1"/>
          </p:nvSpPr>
          <p:spPr bwMode="auto">
            <a:xfrm>
              <a:off x="6475719" y="516121"/>
              <a:ext cx="134757" cy="268184"/>
            </a:xfrm>
            <a:custGeom>
              <a:avLst/>
              <a:gdLst>
                <a:gd name="T0" fmla="*/ 58 w 310"/>
                <a:gd name="T1" fmla="*/ 472 h 617"/>
                <a:gd name="T2" fmla="*/ 58 w 310"/>
                <a:gd name="T3" fmla="*/ 242 h 617"/>
                <a:gd name="T4" fmla="*/ 0 w 310"/>
                <a:gd name="T5" fmla="*/ 242 h 617"/>
                <a:gd name="T6" fmla="*/ 0 w 310"/>
                <a:gd name="T7" fmla="*/ 124 h 617"/>
                <a:gd name="T8" fmla="*/ 58 w 310"/>
                <a:gd name="T9" fmla="*/ 124 h 617"/>
                <a:gd name="T10" fmla="*/ 58 w 310"/>
                <a:gd name="T11" fmla="*/ 0 h 617"/>
                <a:gd name="T12" fmla="*/ 196 w 310"/>
                <a:gd name="T13" fmla="*/ 0 h 617"/>
                <a:gd name="T14" fmla="*/ 196 w 310"/>
                <a:gd name="T15" fmla="*/ 124 h 617"/>
                <a:gd name="T16" fmla="*/ 310 w 310"/>
                <a:gd name="T17" fmla="*/ 124 h 617"/>
                <a:gd name="T18" fmla="*/ 310 w 310"/>
                <a:gd name="T19" fmla="*/ 242 h 617"/>
                <a:gd name="T20" fmla="*/ 196 w 310"/>
                <a:gd name="T21" fmla="*/ 242 h 617"/>
                <a:gd name="T22" fmla="*/ 196 w 310"/>
                <a:gd name="T23" fmla="*/ 449 h 617"/>
                <a:gd name="T24" fmla="*/ 240 w 310"/>
                <a:gd name="T25" fmla="*/ 496 h 617"/>
                <a:gd name="T26" fmla="*/ 308 w 310"/>
                <a:gd name="T27" fmla="*/ 479 h 617"/>
                <a:gd name="T28" fmla="*/ 308 w 310"/>
                <a:gd name="T29" fmla="*/ 589 h 617"/>
                <a:gd name="T30" fmla="*/ 199 w 310"/>
                <a:gd name="T31" fmla="*/ 617 h 617"/>
                <a:gd name="T32" fmla="*/ 58 w 310"/>
                <a:gd name="T33" fmla="*/ 47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7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6" y="242"/>
                    <a:pt x="196" y="242"/>
                    <a:pt x="196" y="242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89"/>
                    <a:pt x="308" y="589"/>
                    <a:pt x="308" y="589"/>
                  </a:cubicBezTo>
                  <a:cubicBezTo>
                    <a:pt x="279" y="607"/>
                    <a:pt x="245" y="617"/>
                    <a:pt x="199" y="617"/>
                  </a:cubicBezTo>
                  <a:cubicBezTo>
                    <a:pt x="115" y="617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0" name="Freeform 10"/>
            <p:cNvSpPr>
              <a:spLocks noEditPoints="1"/>
            </p:cNvSpPr>
            <p:nvPr userDrawn="1"/>
          </p:nvSpPr>
          <p:spPr bwMode="auto">
            <a:xfrm>
              <a:off x="6618455" y="566212"/>
              <a:ext cx="207012" cy="219424"/>
            </a:xfrm>
            <a:custGeom>
              <a:avLst/>
              <a:gdLst>
                <a:gd name="T0" fmla="*/ 0 w 476"/>
                <a:gd name="T1" fmla="*/ 254 h 505"/>
                <a:gd name="T2" fmla="*/ 0 w 476"/>
                <a:gd name="T3" fmla="*/ 253 h 505"/>
                <a:gd name="T4" fmla="*/ 240 w 476"/>
                <a:gd name="T5" fmla="*/ 0 h 505"/>
                <a:gd name="T6" fmla="*/ 476 w 476"/>
                <a:gd name="T7" fmla="*/ 263 h 505"/>
                <a:gd name="T8" fmla="*/ 475 w 476"/>
                <a:gd name="T9" fmla="*/ 300 h 505"/>
                <a:gd name="T10" fmla="*/ 137 w 476"/>
                <a:gd name="T11" fmla="*/ 300 h 505"/>
                <a:gd name="T12" fmla="*/ 256 w 476"/>
                <a:gd name="T13" fmla="*/ 395 h 505"/>
                <a:gd name="T14" fmla="*/ 373 w 476"/>
                <a:gd name="T15" fmla="*/ 345 h 505"/>
                <a:gd name="T16" fmla="*/ 452 w 476"/>
                <a:gd name="T17" fmla="*/ 415 h 505"/>
                <a:gd name="T18" fmla="*/ 254 w 476"/>
                <a:gd name="T19" fmla="*/ 505 h 505"/>
                <a:gd name="T20" fmla="*/ 0 w 476"/>
                <a:gd name="T21" fmla="*/ 254 h 505"/>
                <a:gd name="T22" fmla="*/ 342 w 476"/>
                <a:gd name="T23" fmla="*/ 214 h 505"/>
                <a:gd name="T24" fmla="*/ 240 w 476"/>
                <a:gd name="T25" fmla="*/ 111 h 505"/>
                <a:gd name="T26" fmla="*/ 135 w 476"/>
                <a:gd name="T27" fmla="*/ 214 h 505"/>
                <a:gd name="T28" fmla="*/ 342 w 476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6" y="126"/>
                    <a:pt x="476" y="263"/>
                  </a:cubicBezTo>
                  <a:cubicBezTo>
                    <a:pt x="476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2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2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1" name="Freeform 11"/>
            <p:cNvSpPr/>
            <p:nvPr userDrawn="1"/>
          </p:nvSpPr>
          <p:spPr bwMode="auto">
            <a:xfrm>
              <a:off x="6837879" y="564438"/>
              <a:ext cx="127221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2" name="Freeform 12"/>
            <p:cNvSpPr/>
            <p:nvPr userDrawn="1"/>
          </p:nvSpPr>
          <p:spPr bwMode="auto">
            <a:xfrm>
              <a:off x="4988072" y="888476"/>
              <a:ext cx="134757" cy="268628"/>
            </a:xfrm>
            <a:custGeom>
              <a:avLst/>
              <a:gdLst>
                <a:gd name="T0" fmla="*/ 58 w 310"/>
                <a:gd name="T1" fmla="*/ 472 h 618"/>
                <a:gd name="T2" fmla="*/ 58 w 310"/>
                <a:gd name="T3" fmla="*/ 242 h 618"/>
                <a:gd name="T4" fmla="*/ 0 w 310"/>
                <a:gd name="T5" fmla="*/ 242 h 618"/>
                <a:gd name="T6" fmla="*/ 0 w 310"/>
                <a:gd name="T7" fmla="*/ 124 h 618"/>
                <a:gd name="T8" fmla="*/ 58 w 310"/>
                <a:gd name="T9" fmla="*/ 124 h 618"/>
                <a:gd name="T10" fmla="*/ 58 w 310"/>
                <a:gd name="T11" fmla="*/ 0 h 618"/>
                <a:gd name="T12" fmla="*/ 195 w 310"/>
                <a:gd name="T13" fmla="*/ 0 h 618"/>
                <a:gd name="T14" fmla="*/ 195 w 310"/>
                <a:gd name="T15" fmla="*/ 124 h 618"/>
                <a:gd name="T16" fmla="*/ 310 w 310"/>
                <a:gd name="T17" fmla="*/ 124 h 618"/>
                <a:gd name="T18" fmla="*/ 310 w 310"/>
                <a:gd name="T19" fmla="*/ 242 h 618"/>
                <a:gd name="T20" fmla="*/ 195 w 310"/>
                <a:gd name="T21" fmla="*/ 242 h 618"/>
                <a:gd name="T22" fmla="*/ 195 w 310"/>
                <a:gd name="T23" fmla="*/ 449 h 618"/>
                <a:gd name="T24" fmla="*/ 240 w 310"/>
                <a:gd name="T25" fmla="*/ 496 h 618"/>
                <a:gd name="T26" fmla="*/ 308 w 310"/>
                <a:gd name="T27" fmla="*/ 479 h 618"/>
                <a:gd name="T28" fmla="*/ 308 w 310"/>
                <a:gd name="T29" fmla="*/ 590 h 618"/>
                <a:gd name="T30" fmla="*/ 199 w 310"/>
                <a:gd name="T31" fmla="*/ 618 h 618"/>
                <a:gd name="T32" fmla="*/ 58 w 310"/>
                <a:gd name="T33" fmla="*/ 472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8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5" y="242"/>
                    <a:pt x="195" y="242"/>
                    <a:pt x="195" y="242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90"/>
                    <a:pt x="308" y="590"/>
                    <a:pt x="308" y="590"/>
                  </a:cubicBezTo>
                  <a:cubicBezTo>
                    <a:pt x="279" y="607"/>
                    <a:pt x="245" y="618"/>
                    <a:pt x="199" y="618"/>
                  </a:cubicBezTo>
                  <a:cubicBezTo>
                    <a:pt x="115" y="618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3" name="Freeform 13"/>
            <p:cNvSpPr>
              <a:spLocks noEditPoints="1"/>
            </p:cNvSpPr>
            <p:nvPr userDrawn="1"/>
          </p:nvSpPr>
          <p:spPr bwMode="auto">
            <a:xfrm>
              <a:off x="5131251" y="938123"/>
              <a:ext cx="207455" cy="219867"/>
            </a:xfrm>
            <a:custGeom>
              <a:avLst/>
              <a:gdLst>
                <a:gd name="T0" fmla="*/ 0 w 477"/>
                <a:gd name="T1" fmla="*/ 254 h 505"/>
                <a:gd name="T2" fmla="*/ 0 w 477"/>
                <a:gd name="T3" fmla="*/ 253 h 505"/>
                <a:gd name="T4" fmla="*/ 240 w 477"/>
                <a:gd name="T5" fmla="*/ 0 h 505"/>
                <a:gd name="T6" fmla="*/ 477 w 477"/>
                <a:gd name="T7" fmla="*/ 263 h 505"/>
                <a:gd name="T8" fmla="*/ 475 w 477"/>
                <a:gd name="T9" fmla="*/ 300 h 505"/>
                <a:gd name="T10" fmla="*/ 137 w 477"/>
                <a:gd name="T11" fmla="*/ 300 h 505"/>
                <a:gd name="T12" fmla="*/ 256 w 477"/>
                <a:gd name="T13" fmla="*/ 395 h 505"/>
                <a:gd name="T14" fmla="*/ 373 w 477"/>
                <a:gd name="T15" fmla="*/ 345 h 505"/>
                <a:gd name="T16" fmla="*/ 452 w 477"/>
                <a:gd name="T17" fmla="*/ 415 h 505"/>
                <a:gd name="T18" fmla="*/ 254 w 477"/>
                <a:gd name="T19" fmla="*/ 505 h 505"/>
                <a:gd name="T20" fmla="*/ 0 w 477"/>
                <a:gd name="T21" fmla="*/ 254 h 505"/>
                <a:gd name="T22" fmla="*/ 343 w 477"/>
                <a:gd name="T23" fmla="*/ 214 h 505"/>
                <a:gd name="T24" fmla="*/ 240 w 477"/>
                <a:gd name="T25" fmla="*/ 111 h 505"/>
                <a:gd name="T26" fmla="*/ 135 w 477"/>
                <a:gd name="T27" fmla="*/ 214 h 505"/>
                <a:gd name="T28" fmla="*/ 343 w 477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7" y="126"/>
                    <a:pt x="477" y="263"/>
                  </a:cubicBezTo>
                  <a:cubicBezTo>
                    <a:pt x="477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3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3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4" name="Freeform 14"/>
            <p:cNvSpPr/>
            <p:nvPr userDrawn="1"/>
          </p:nvSpPr>
          <p:spPr bwMode="auto">
            <a:xfrm>
              <a:off x="5348015" y="938123"/>
              <a:ext cx="195486" cy="219867"/>
            </a:xfrm>
            <a:custGeom>
              <a:avLst/>
              <a:gdLst>
                <a:gd name="T0" fmla="*/ 0 w 450"/>
                <a:gd name="T1" fmla="*/ 254 h 505"/>
                <a:gd name="T2" fmla="*/ 0 w 450"/>
                <a:gd name="T3" fmla="*/ 253 h 505"/>
                <a:gd name="T4" fmla="*/ 254 w 450"/>
                <a:gd name="T5" fmla="*/ 0 h 505"/>
                <a:gd name="T6" fmla="*/ 448 w 450"/>
                <a:gd name="T7" fmla="*/ 82 h 505"/>
                <a:gd name="T8" fmla="*/ 363 w 450"/>
                <a:gd name="T9" fmla="*/ 172 h 505"/>
                <a:gd name="T10" fmla="*/ 253 w 450"/>
                <a:gd name="T11" fmla="*/ 119 h 505"/>
                <a:gd name="T12" fmla="*/ 135 w 450"/>
                <a:gd name="T13" fmla="*/ 251 h 505"/>
                <a:gd name="T14" fmla="*/ 135 w 450"/>
                <a:gd name="T15" fmla="*/ 253 h 505"/>
                <a:gd name="T16" fmla="*/ 258 w 450"/>
                <a:gd name="T17" fmla="*/ 387 h 505"/>
                <a:gd name="T18" fmla="*/ 370 w 450"/>
                <a:gd name="T19" fmla="*/ 335 h 505"/>
                <a:gd name="T20" fmla="*/ 450 w 450"/>
                <a:gd name="T21" fmla="*/ 416 h 505"/>
                <a:gd name="T22" fmla="*/ 252 w 450"/>
                <a:gd name="T23" fmla="*/ 505 h 505"/>
                <a:gd name="T24" fmla="*/ 0 w 450"/>
                <a:gd name="T25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0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06" y="0"/>
                    <a:pt x="254" y="0"/>
                  </a:cubicBezTo>
                  <a:cubicBezTo>
                    <a:pt x="345" y="0"/>
                    <a:pt x="402" y="31"/>
                    <a:pt x="448" y="82"/>
                  </a:cubicBezTo>
                  <a:cubicBezTo>
                    <a:pt x="363" y="172"/>
                    <a:pt x="363" y="172"/>
                    <a:pt x="363" y="172"/>
                  </a:cubicBezTo>
                  <a:cubicBezTo>
                    <a:pt x="333" y="139"/>
                    <a:pt x="302" y="119"/>
                    <a:pt x="253" y="119"/>
                  </a:cubicBezTo>
                  <a:cubicBezTo>
                    <a:pt x="184" y="119"/>
                    <a:pt x="135" y="179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7"/>
                    <a:pt x="183" y="387"/>
                    <a:pt x="258" y="387"/>
                  </a:cubicBezTo>
                  <a:cubicBezTo>
                    <a:pt x="305" y="387"/>
                    <a:pt x="336" y="367"/>
                    <a:pt x="370" y="335"/>
                  </a:cubicBezTo>
                  <a:cubicBezTo>
                    <a:pt x="450" y="416"/>
                    <a:pt x="450" y="416"/>
                    <a:pt x="450" y="416"/>
                  </a:cubicBezTo>
                  <a:cubicBezTo>
                    <a:pt x="403" y="468"/>
                    <a:pt x="349" y="505"/>
                    <a:pt x="252" y="505"/>
                  </a:cubicBezTo>
                  <a:cubicBezTo>
                    <a:pt x="106" y="505"/>
                    <a:pt x="0" y="393"/>
                    <a:pt x="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5" name="Freeform 15"/>
            <p:cNvSpPr/>
            <p:nvPr userDrawn="1"/>
          </p:nvSpPr>
          <p:spPr bwMode="auto">
            <a:xfrm>
              <a:off x="5553254" y="866312"/>
              <a:ext cx="193270" cy="286802"/>
            </a:xfrm>
            <a:custGeom>
              <a:avLst/>
              <a:gdLst>
                <a:gd name="T0" fmla="*/ 0 w 445"/>
                <a:gd name="T1" fmla="*/ 0 h 660"/>
                <a:gd name="T2" fmla="*/ 138 w 445"/>
                <a:gd name="T3" fmla="*/ 0 h 660"/>
                <a:gd name="T4" fmla="*/ 138 w 445"/>
                <a:gd name="T5" fmla="*/ 244 h 660"/>
                <a:gd name="T6" fmla="*/ 280 w 445"/>
                <a:gd name="T7" fmla="*/ 166 h 660"/>
                <a:gd name="T8" fmla="*/ 445 w 445"/>
                <a:gd name="T9" fmla="*/ 346 h 660"/>
                <a:gd name="T10" fmla="*/ 445 w 445"/>
                <a:gd name="T11" fmla="*/ 660 h 660"/>
                <a:gd name="T12" fmla="*/ 307 w 445"/>
                <a:gd name="T13" fmla="*/ 660 h 660"/>
                <a:gd name="T14" fmla="*/ 307 w 445"/>
                <a:gd name="T15" fmla="*/ 390 h 660"/>
                <a:gd name="T16" fmla="*/ 224 w 445"/>
                <a:gd name="T17" fmla="*/ 291 h 660"/>
                <a:gd name="T18" fmla="*/ 138 w 445"/>
                <a:gd name="T19" fmla="*/ 390 h 660"/>
                <a:gd name="T20" fmla="*/ 138 w 445"/>
                <a:gd name="T21" fmla="*/ 660 h 660"/>
                <a:gd name="T22" fmla="*/ 0 w 445"/>
                <a:gd name="T23" fmla="*/ 660 h 660"/>
                <a:gd name="T24" fmla="*/ 0 w 445"/>
                <a:gd name="T25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5" h="660">
                  <a:moveTo>
                    <a:pt x="0" y="0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138" y="244"/>
                    <a:pt x="138" y="244"/>
                    <a:pt x="138" y="244"/>
                  </a:cubicBezTo>
                  <a:cubicBezTo>
                    <a:pt x="169" y="203"/>
                    <a:pt x="210" y="166"/>
                    <a:pt x="280" y="166"/>
                  </a:cubicBezTo>
                  <a:cubicBezTo>
                    <a:pt x="384" y="166"/>
                    <a:pt x="445" y="235"/>
                    <a:pt x="445" y="346"/>
                  </a:cubicBezTo>
                  <a:cubicBezTo>
                    <a:pt x="445" y="660"/>
                    <a:pt x="445" y="660"/>
                    <a:pt x="445" y="660"/>
                  </a:cubicBezTo>
                  <a:cubicBezTo>
                    <a:pt x="307" y="660"/>
                    <a:pt x="307" y="660"/>
                    <a:pt x="307" y="66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24"/>
                    <a:pt x="276" y="291"/>
                    <a:pt x="224" y="291"/>
                  </a:cubicBezTo>
                  <a:cubicBezTo>
                    <a:pt x="171" y="291"/>
                    <a:pt x="138" y="324"/>
                    <a:pt x="138" y="390"/>
                  </a:cubicBezTo>
                  <a:cubicBezTo>
                    <a:pt x="138" y="660"/>
                    <a:pt x="138" y="660"/>
                    <a:pt x="138" y="660"/>
                  </a:cubicBezTo>
                  <a:cubicBezTo>
                    <a:pt x="0" y="660"/>
                    <a:pt x="0" y="660"/>
                    <a:pt x="0" y="66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6" name="Freeform 16"/>
            <p:cNvSpPr/>
            <p:nvPr userDrawn="1"/>
          </p:nvSpPr>
          <p:spPr bwMode="auto">
            <a:xfrm>
              <a:off x="5762039" y="938123"/>
              <a:ext cx="192827" cy="214991"/>
            </a:xfrm>
            <a:custGeom>
              <a:avLst/>
              <a:gdLst>
                <a:gd name="T0" fmla="*/ 0 w 444"/>
                <a:gd name="T1" fmla="*/ 9 h 494"/>
                <a:gd name="T2" fmla="*/ 137 w 444"/>
                <a:gd name="T3" fmla="*/ 9 h 494"/>
                <a:gd name="T4" fmla="*/ 137 w 444"/>
                <a:gd name="T5" fmla="*/ 78 h 494"/>
                <a:gd name="T6" fmla="*/ 279 w 444"/>
                <a:gd name="T7" fmla="*/ 0 h 494"/>
                <a:gd name="T8" fmla="*/ 444 w 444"/>
                <a:gd name="T9" fmla="*/ 180 h 494"/>
                <a:gd name="T10" fmla="*/ 444 w 444"/>
                <a:gd name="T11" fmla="*/ 494 h 494"/>
                <a:gd name="T12" fmla="*/ 306 w 444"/>
                <a:gd name="T13" fmla="*/ 494 h 494"/>
                <a:gd name="T14" fmla="*/ 306 w 444"/>
                <a:gd name="T15" fmla="*/ 224 h 494"/>
                <a:gd name="T16" fmla="*/ 223 w 444"/>
                <a:gd name="T17" fmla="*/ 125 h 494"/>
                <a:gd name="T18" fmla="*/ 137 w 444"/>
                <a:gd name="T19" fmla="*/ 224 h 494"/>
                <a:gd name="T20" fmla="*/ 137 w 444"/>
                <a:gd name="T21" fmla="*/ 494 h 494"/>
                <a:gd name="T22" fmla="*/ 0 w 444"/>
                <a:gd name="T23" fmla="*/ 494 h 494"/>
                <a:gd name="T24" fmla="*/ 0 w 444"/>
                <a:gd name="T25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4" h="494">
                  <a:moveTo>
                    <a:pt x="0" y="9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69" y="37"/>
                    <a:pt x="210" y="0"/>
                    <a:pt x="279" y="0"/>
                  </a:cubicBezTo>
                  <a:cubicBezTo>
                    <a:pt x="383" y="0"/>
                    <a:pt x="444" y="69"/>
                    <a:pt x="444" y="180"/>
                  </a:cubicBezTo>
                  <a:cubicBezTo>
                    <a:pt x="444" y="494"/>
                    <a:pt x="444" y="494"/>
                    <a:pt x="444" y="494"/>
                  </a:cubicBezTo>
                  <a:cubicBezTo>
                    <a:pt x="306" y="494"/>
                    <a:pt x="306" y="494"/>
                    <a:pt x="306" y="494"/>
                  </a:cubicBezTo>
                  <a:cubicBezTo>
                    <a:pt x="306" y="224"/>
                    <a:pt x="306" y="224"/>
                    <a:pt x="306" y="224"/>
                  </a:cubicBezTo>
                  <a:cubicBezTo>
                    <a:pt x="306" y="158"/>
                    <a:pt x="276" y="125"/>
                    <a:pt x="223" y="125"/>
                  </a:cubicBezTo>
                  <a:cubicBezTo>
                    <a:pt x="171" y="125"/>
                    <a:pt x="137" y="158"/>
                    <a:pt x="137" y="224"/>
                  </a:cubicBezTo>
                  <a:cubicBezTo>
                    <a:pt x="137" y="494"/>
                    <a:pt x="137" y="494"/>
                    <a:pt x="137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7" name="Freeform 17"/>
            <p:cNvSpPr>
              <a:spLocks noEditPoints="1"/>
            </p:cNvSpPr>
            <p:nvPr userDrawn="1"/>
          </p:nvSpPr>
          <p:spPr bwMode="auto">
            <a:xfrm>
              <a:off x="5967277" y="938123"/>
              <a:ext cx="228289" cy="219867"/>
            </a:xfrm>
            <a:custGeom>
              <a:avLst/>
              <a:gdLst>
                <a:gd name="T0" fmla="*/ 0 w 525"/>
                <a:gd name="T1" fmla="*/ 254 h 505"/>
                <a:gd name="T2" fmla="*/ 0 w 525"/>
                <a:gd name="T3" fmla="*/ 253 h 505"/>
                <a:gd name="T4" fmla="*/ 263 w 525"/>
                <a:gd name="T5" fmla="*/ 0 h 505"/>
                <a:gd name="T6" fmla="*/ 525 w 525"/>
                <a:gd name="T7" fmla="*/ 251 h 505"/>
                <a:gd name="T8" fmla="*/ 525 w 525"/>
                <a:gd name="T9" fmla="*/ 253 h 505"/>
                <a:gd name="T10" fmla="*/ 262 w 525"/>
                <a:gd name="T11" fmla="*/ 505 h 505"/>
                <a:gd name="T12" fmla="*/ 0 w 525"/>
                <a:gd name="T13" fmla="*/ 254 h 505"/>
                <a:gd name="T14" fmla="*/ 389 w 525"/>
                <a:gd name="T15" fmla="*/ 254 h 505"/>
                <a:gd name="T16" fmla="*/ 389 w 525"/>
                <a:gd name="T17" fmla="*/ 253 h 505"/>
                <a:gd name="T18" fmla="*/ 262 w 525"/>
                <a:gd name="T19" fmla="*/ 119 h 505"/>
                <a:gd name="T20" fmla="*/ 136 w 525"/>
                <a:gd name="T21" fmla="*/ 251 h 505"/>
                <a:gd name="T22" fmla="*/ 136 w 525"/>
                <a:gd name="T23" fmla="*/ 253 h 505"/>
                <a:gd name="T24" fmla="*/ 263 w 525"/>
                <a:gd name="T25" fmla="*/ 387 h 505"/>
                <a:gd name="T26" fmla="*/ 389 w 525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2" y="0"/>
                    <a:pt x="263" y="0"/>
                  </a:cubicBezTo>
                  <a:cubicBezTo>
                    <a:pt x="414" y="0"/>
                    <a:pt x="525" y="111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3" y="505"/>
                    <a:pt x="262" y="505"/>
                  </a:cubicBezTo>
                  <a:cubicBezTo>
                    <a:pt x="111" y="505"/>
                    <a:pt x="0" y="394"/>
                    <a:pt x="0" y="254"/>
                  </a:cubicBezTo>
                  <a:close/>
                  <a:moveTo>
                    <a:pt x="389" y="254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8" name="Rectangle 18"/>
            <p:cNvSpPr>
              <a:spLocks noChangeArrowheads="1"/>
            </p:cNvSpPr>
            <p:nvPr userDrawn="1"/>
          </p:nvSpPr>
          <p:spPr bwMode="auto">
            <a:xfrm>
              <a:off x="6207091" y="866312"/>
              <a:ext cx="59843" cy="28680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9" name="Freeform 19"/>
            <p:cNvSpPr>
              <a:spLocks noEditPoints="1"/>
            </p:cNvSpPr>
            <p:nvPr userDrawn="1"/>
          </p:nvSpPr>
          <p:spPr bwMode="auto">
            <a:xfrm>
              <a:off x="6278460" y="938123"/>
              <a:ext cx="228732" cy="219867"/>
            </a:xfrm>
            <a:custGeom>
              <a:avLst/>
              <a:gdLst>
                <a:gd name="T0" fmla="*/ 0 w 526"/>
                <a:gd name="T1" fmla="*/ 254 h 505"/>
                <a:gd name="T2" fmla="*/ 0 w 526"/>
                <a:gd name="T3" fmla="*/ 253 h 505"/>
                <a:gd name="T4" fmla="*/ 264 w 526"/>
                <a:gd name="T5" fmla="*/ 0 h 505"/>
                <a:gd name="T6" fmla="*/ 526 w 526"/>
                <a:gd name="T7" fmla="*/ 251 h 505"/>
                <a:gd name="T8" fmla="*/ 526 w 526"/>
                <a:gd name="T9" fmla="*/ 253 h 505"/>
                <a:gd name="T10" fmla="*/ 262 w 526"/>
                <a:gd name="T11" fmla="*/ 505 h 505"/>
                <a:gd name="T12" fmla="*/ 0 w 526"/>
                <a:gd name="T13" fmla="*/ 254 h 505"/>
                <a:gd name="T14" fmla="*/ 390 w 526"/>
                <a:gd name="T15" fmla="*/ 254 h 505"/>
                <a:gd name="T16" fmla="*/ 390 w 526"/>
                <a:gd name="T17" fmla="*/ 253 h 505"/>
                <a:gd name="T18" fmla="*/ 262 w 526"/>
                <a:gd name="T19" fmla="*/ 119 h 505"/>
                <a:gd name="T20" fmla="*/ 136 w 526"/>
                <a:gd name="T21" fmla="*/ 251 h 505"/>
                <a:gd name="T22" fmla="*/ 136 w 526"/>
                <a:gd name="T23" fmla="*/ 253 h 505"/>
                <a:gd name="T24" fmla="*/ 264 w 526"/>
                <a:gd name="T25" fmla="*/ 387 h 505"/>
                <a:gd name="T26" fmla="*/ 390 w 526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3" y="0"/>
                    <a:pt x="264" y="0"/>
                  </a:cubicBezTo>
                  <a:cubicBezTo>
                    <a:pt x="414" y="0"/>
                    <a:pt x="526" y="111"/>
                    <a:pt x="526" y="251"/>
                  </a:cubicBezTo>
                  <a:cubicBezTo>
                    <a:pt x="526" y="253"/>
                    <a:pt x="526" y="253"/>
                    <a:pt x="526" y="253"/>
                  </a:cubicBezTo>
                  <a:cubicBezTo>
                    <a:pt x="526" y="392"/>
                    <a:pt x="413" y="505"/>
                    <a:pt x="262" y="505"/>
                  </a:cubicBezTo>
                  <a:cubicBezTo>
                    <a:pt x="112" y="505"/>
                    <a:pt x="0" y="394"/>
                    <a:pt x="0" y="254"/>
                  </a:cubicBezTo>
                  <a:close/>
                  <a:moveTo>
                    <a:pt x="390" y="254"/>
                  </a:moveTo>
                  <a:cubicBezTo>
                    <a:pt x="390" y="253"/>
                    <a:pt x="390" y="253"/>
                    <a:pt x="390" y="253"/>
                  </a:cubicBezTo>
                  <a:cubicBezTo>
                    <a:pt x="390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8" y="387"/>
                    <a:pt x="264" y="387"/>
                  </a:cubicBezTo>
                  <a:cubicBezTo>
                    <a:pt x="343" y="387"/>
                    <a:pt x="390" y="326"/>
                    <a:pt x="39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0" name="Freeform 20"/>
            <p:cNvSpPr>
              <a:spLocks noEditPoints="1"/>
            </p:cNvSpPr>
            <p:nvPr userDrawn="1"/>
          </p:nvSpPr>
          <p:spPr bwMode="auto">
            <a:xfrm>
              <a:off x="6516057" y="938123"/>
              <a:ext cx="221197" cy="278823"/>
            </a:xfrm>
            <a:custGeom>
              <a:avLst/>
              <a:gdLst>
                <a:gd name="T0" fmla="*/ 24 w 509"/>
                <a:gd name="T1" fmla="*/ 590 h 641"/>
                <a:gd name="T2" fmla="*/ 71 w 509"/>
                <a:gd name="T3" fmla="*/ 487 h 641"/>
                <a:gd name="T4" fmla="*/ 235 w 509"/>
                <a:gd name="T5" fmla="*/ 531 h 641"/>
                <a:gd name="T6" fmla="*/ 373 w 509"/>
                <a:gd name="T7" fmla="*/ 399 h 641"/>
                <a:gd name="T8" fmla="*/ 373 w 509"/>
                <a:gd name="T9" fmla="*/ 376 h 641"/>
                <a:gd name="T10" fmla="*/ 215 w 509"/>
                <a:gd name="T11" fmla="*/ 454 h 641"/>
                <a:gd name="T12" fmla="*/ 0 w 509"/>
                <a:gd name="T13" fmla="*/ 228 h 641"/>
                <a:gd name="T14" fmla="*/ 0 w 509"/>
                <a:gd name="T15" fmla="*/ 226 h 641"/>
                <a:gd name="T16" fmla="*/ 215 w 509"/>
                <a:gd name="T17" fmla="*/ 0 h 641"/>
                <a:gd name="T18" fmla="*/ 372 w 509"/>
                <a:gd name="T19" fmla="*/ 72 h 641"/>
                <a:gd name="T20" fmla="*/ 372 w 509"/>
                <a:gd name="T21" fmla="*/ 9 h 641"/>
                <a:gd name="T22" fmla="*/ 509 w 509"/>
                <a:gd name="T23" fmla="*/ 9 h 641"/>
                <a:gd name="T24" fmla="*/ 509 w 509"/>
                <a:gd name="T25" fmla="*/ 385 h 641"/>
                <a:gd name="T26" fmla="*/ 448 w 509"/>
                <a:gd name="T27" fmla="*/ 576 h 641"/>
                <a:gd name="T28" fmla="*/ 239 w 509"/>
                <a:gd name="T29" fmla="*/ 641 h 641"/>
                <a:gd name="T30" fmla="*/ 24 w 509"/>
                <a:gd name="T31" fmla="*/ 590 h 641"/>
                <a:gd name="T32" fmla="*/ 373 w 509"/>
                <a:gd name="T33" fmla="*/ 228 h 641"/>
                <a:gd name="T34" fmla="*/ 373 w 509"/>
                <a:gd name="T35" fmla="*/ 226 h 641"/>
                <a:gd name="T36" fmla="*/ 255 w 509"/>
                <a:gd name="T37" fmla="*/ 114 h 641"/>
                <a:gd name="T38" fmla="*/ 137 w 509"/>
                <a:gd name="T39" fmla="*/ 226 h 641"/>
                <a:gd name="T40" fmla="*/ 137 w 509"/>
                <a:gd name="T41" fmla="*/ 228 h 641"/>
                <a:gd name="T42" fmla="*/ 255 w 509"/>
                <a:gd name="T43" fmla="*/ 340 h 641"/>
                <a:gd name="T44" fmla="*/ 373 w 509"/>
                <a:gd name="T45" fmla="*/ 228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9" h="641">
                  <a:moveTo>
                    <a:pt x="24" y="590"/>
                  </a:moveTo>
                  <a:cubicBezTo>
                    <a:pt x="71" y="487"/>
                    <a:pt x="71" y="487"/>
                    <a:pt x="71" y="487"/>
                  </a:cubicBezTo>
                  <a:cubicBezTo>
                    <a:pt x="121" y="515"/>
                    <a:pt x="171" y="531"/>
                    <a:pt x="235" y="531"/>
                  </a:cubicBezTo>
                  <a:cubicBezTo>
                    <a:pt x="329" y="531"/>
                    <a:pt x="373" y="486"/>
                    <a:pt x="373" y="399"/>
                  </a:cubicBezTo>
                  <a:cubicBezTo>
                    <a:pt x="373" y="376"/>
                    <a:pt x="373" y="376"/>
                    <a:pt x="373" y="376"/>
                  </a:cubicBezTo>
                  <a:cubicBezTo>
                    <a:pt x="333" y="425"/>
                    <a:pt x="288" y="454"/>
                    <a:pt x="215" y="454"/>
                  </a:cubicBezTo>
                  <a:cubicBezTo>
                    <a:pt x="102" y="454"/>
                    <a:pt x="0" y="372"/>
                    <a:pt x="0" y="228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82"/>
                    <a:pt x="104" y="0"/>
                    <a:pt x="215" y="0"/>
                  </a:cubicBezTo>
                  <a:cubicBezTo>
                    <a:pt x="290" y="0"/>
                    <a:pt x="334" y="32"/>
                    <a:pt x="372" y="72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509" y="9"/>
                    <a:pt x="509" y="9"/>
                    <a:pt x="509" y="9"/>
                  </a:cubicBezTo>
                  <a:cubicBezTo>
                    <a:pt x="509" y="385"/>
                    <a:pt x="509" y="385"/>
                    <a:pt x="509" y="385"/>
                  </a:cubicBezTo>
                  <a:cubicBezTo>
                    <a:pt x="509" y="472"/>
                    <a:pt x="488" y="535"/>
                    <a:pt x="448" y="576"/>
                  </a:cubicBezTo>
                  <a:cubicBezTo>
                    <a:pt x="402" y="621"/>
                    <a:pt x="333" y="641"/>
                    <a:pt x="239" y="641"/>
                  </a:cubicBezTo>
                  <a:cubicBezTo>
                    <a:pt x="160" y="641"/>
                    <a:pt x="86" y="623"/>
                    <a:pt x="24" y="590"/>
                  </a:cubicBezTo>
                  <a:close/>
                  <a:moveTo>
                    <a:pt x="373" y="228"/>
                  </a:moveTo>
                  <a:cubicBezTo>
                    <a:pt x="373" y="226"/>
                    <a:pt x="373" y="226"/>
                    <a:pt x="373" y="226"/>
                  </a:cubicBezTo>
                  <a:cubicBezTo>
                    <a:pt x="373" y="160"/>
                    <a:pt x="322" y="114"/>
                    <a:pt x="255" y="114"/>
                  </a:cubicBezTo>
                  <a:cubicBezTo>
                    <a:pt x="188" y="114"/>
                    <a:pt x="137" y="160"/>
                    <a:pt x="137" y="226"/>
                  </a:cubicBezTo>
                  <a:cubicBezTo>
                    <a:pt x="137" y="228"/>
                    <a:pt x="137" y="228"/>
                    <a:pt x="137" y="228"/>
                  </a:cubicBezTo>
                  <a:cubicBezTo>
                    <a:pt x="137" y="295"/>
                    <a:pt x="188" y="340"/>
                    <a:pt x="255" y="340"/>
                  </a:cubicBezTo>
                  <a:cubicBezTo>
                    <a:pt x="322" y="340"/>
                    <a:pt x="373" y="294"/>
                    <a:pt x="373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1" name="Freeform 21"/>
            <p:cNvSpPr/>
            <p:nvPr userDrawn="1"/>
          </p:nvSpPr>
          <p:spPr bwMode="auto">
            <a:xfrm>
              <a:off x="6747450" y="942113"/>
              <a:ext cx="219424" cy="275277"/>
            </a:xfrm>
            <a:custGeom>
              <a:avLst/>
              <a:gdLst>
                <a:gd name="T0" fmla="*/ 362 w 505"/>
                <a:gd name="T1" fmla="*/ 0 h 633"/>
                <a:gd name="T2" fmla="*/ 505 w 505"/>
                <a:gd name="T3" fmla="*/ 0 h 633"/>
                <a:gd name="T4" fmla="*/ 319 w 505"/>
                <a:gd name="T5" fmla="*/ 497 h 633"/>
                <a:gd name="T6" fmla="*/ 159 w 505"/>
                <a:gd name="T7" fmla="*/ 633 h 633"/>
                <a:gd name="T8" fmla="*/ 37 w 505"/>
                <a:gd name="T9" fmla="*/ 599 h 633"/>
                <a:gd name="T10" fmla="*/ 83 w 505"/>
                <a:gd name="T11" fmla="*/ 500 h 633"/>
                <a:gd name="T12" fmla="*/ 142 w 505"/>
                <a:gd name="T13" fmla="*/ 519 h 633"/>
                <a:gd name="T14" fmla="*/ 190 w 505"/>
                <a:gd name="T15" fmla="*/ 487 h 633"/>
                <a:gd name="T16" fmla="*/ 0 w 505"/>
                <a:gd name="T17" fmla="*/ 0 h 633"/>
                <a:gd name="T18" fmla="*/ 146 w 505"/>
                <a:gd name="T19" fmla="*/ 0 h 633"/>
                <a:gd name="T20" fmla="*/ 256 w 505"/>
                <a:gd name="T21" fmla="*/ 331 h 633"/>
                <a:gd name="T22" fmla="*/ 362 w 505"/>
                <a:gd name="T23" fmla="*/ 0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05" h="633">
                  <a:moveTo>
                    <a:pt x="362" y="0"/>
                  </a:moveTo>
                  <a:cubicBezTo>
                    <a:pt x="505" y="0"/>
                    <a:pt x="505" y="0"/>
                    <a:pt x="505" y="0"/>
                  </a:cubicBezTo>
                  <a:cubicBezTo>
                    <a:pt x="319" y="497"/>
                    <a:pt x="319" y="497"/>
                    <a:pt x="319" y="497"/>
                  </a:cubicBezTo>
                  <a:cubicBezTo>
                    <a:pt x="282" y="596"/>
                    <a:pt x="242" y="633"/>
                    <a:pt x="159" y="633"/>
                  </a:cubicBezTo>
                  <a:cubicBezTo>
                    <a:pt x="110" y="633"/>
                    <a:pt x="73" y="620"/>
                    <a:pt x="37" y="599"/>
                  </a:cubicBezTo>
                  <a:cubicBezTo>
                    <a:pt x="83" y="500"/>
                    <a:pt x="83" y="500"/>
                    <a:pt x="83" y="500"/>
                  </a:cubicBezTo>
                  <a:cubicBezTo>
                    <a:pt x="101" y="511"/>
                    <a:pt x="124" y="519"/>
                    <a:pt x="142" y="519"/>
                  </a:cubicBezTo>
                  <a:cubicBezTo>
                    <a:pt x="166" y="519"/>
                    <a:pt x="178" y="512"/>
                    <a:pt x="190" y="48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256" y="331"/>
                    <a:pt x="256" y="331"/>
                    <a:pt x="256" y="331"/>
                  </a:cubicBezTo>
                  <a:lnTo>
                    <a:pt x="3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2" name="Freeform 22"/>
            <p:cNvSpPr/>
            <p:nvPr userDrawn="1"/>
          </p:nvSpPr>
          <p:spPr bwMode="auto">
            <a:xfrm>
              <a:off x="6005842" y="1258171"/>
              <a:ext cx="132541" cy="290348"/>
            </a:xfrm>
            <a:custGeom>
              <a:avLst/>
              <a:gdLst>
                <a:gd name="T0" fmla="*/ 57 w 305"/>
                <a:gd name="T1" fmla="*/ 299 h 667"/>
                <a:gd name="T2" fmla="*/ 0 w 305"/>
                <a:gd name="T3" fmla="*/ 299 h 667"/>
                <a:gd name="T4" fmla="*/ 0 w 305"/>
                <a:gd name="T5" fmla="*/ 186 h 667"/>
                <a:gd name="T6" fmla="*/ 57 w 305"/>
                <a:gd name="T7" fmla="*/ 186 h 667"/>
                <a:gd name="T8" fmla="*/ 57 w 305"/>
                <a:gd name="T9" fmla="*/ 155 h 667"/>
                <a:gd name="T10" fmla="*/ 96 w 305"/>
                <a:gd name="T11" fmla="*/ 38 h 667"/>
                <a:gd name="T12" fmla="*/ 208 w 305"/>
                <a:gd name="T13" fmla="*/ 0 h 667"/>
                <a:gd name="T14" fmla="*/ 305 w 305"/>
                <a:gd name="T15" fmla="*/ 13 h 667"/>
                <a:gd name="T16" fmla="*/ 305 w 305"/>
                <a:gd name="T17" fmla="*/ 127 h 667"/>
                <a:gd name="T18" fmla="*/ 243 w 305"/>
                <a:gd name="T19" fmla="*/ 115 h 667"/>
                <a:gd name="T20" fmla="*/ 193 w 305"/>
                <a:gd name="T21" fmla="*/ 168 h 667"/>
                <a:gd name="T22" fmla="*/ 193 w 305"/>
                <a:gd name="T23" fmla="*/ 187 h 667"/>
                <a:gd name="T24" fmla="*/ 305 w 305"/>
                <a:gd name="T25" fmla="*/ 187 h 667"/>
                <a:gd name="T26" fmla="*/ 305 w 305"/>
                <a:gd name="T27" fmla="*/ 299 h 667"/>
                <a:gd name="T28" fmla="*/ 195 w 305"/>
                <a:gd name="T29" fmla="*/ 299 h 667"/>
                <a:gd name="T30" fmla="*/ 195 w 305"/>
                <a:gd name="T31" fmla="*/ 667 h 667"/>
                <a:gd name="T32" fmla="*/ 57 w 305"/>
                <a:gd name="T33" fmla="*/ 667 h 667"/>
                <a:gd name="T34" fmla="*/ 57 w 305"/>
                <a:gd name="T35" fmla="*/ 299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5" h="667">
                  <a:moveTo>
                    <a:pt x="57" y="299"/>
                  </a:moveTo>
                  <a:cubicBezTo>
                    <a:pt x="0" y="299"/>
                    <a:pt x="0" y="299"/>
                    <a:pt x="0" y="299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57" y="186"/>
                    <a:pt x="57" y="186"/>
                    <a:pt x="57" y="186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7" y="102"/>
                    <a:pt x="71" y="63"/>
                    <a:pt x="96" y="38"/>
                  </a:cubicBezTo>
                  <a:cubicBezTo>
                    <a:pt x="122" y="12"/>
                    <a:pt x="159" y="0"/>
                    <a:pt x="208" y="0"/>
                  </a:cubicBezTo>
                  <a:cubicBezTo>
                    <a:pt x="251" y="0"/>
                    <a:pt x="280" y="5"/>
                    <a:pt x="305" y="13"/>
                  </a:cubicBezTo>
                  <a:cubicBezTo>
                    <a:pt x="305" y="127"/>
                    <a:pt x="305" y="127"/>
                    <a:pt x="305" y="127"/>
                  </a:cubicBezTo>
                  <a:cubicBezTo>
                    <a:pt x="286" y="120"/>
                    <a:pt x="267" y="115"/>
                    <a:pt x="243" y="115"/>
                  </a:cubicBezTo>
                  <a:cubicBezTo>
                    <a:pt x="211" y="115"/>
                    <a:pt x="193" y="132"/>
                    <a:pt x="193" y="168"/>
                  </a:cubicBezTo>
                  <a:cubicBezTo>
                    <a:pt x="193" y="187"/>
                    <a:pt x="193" y="187"/>
                    <a:pt x="193" y="187"/>
                  </a:cubicBezTo>
                  <a:cubicBezTo>
                    <a:pt x="305" y="187"/>
                    <a:pt x="305" y="187"/>
                    <a:pt x="305" y="187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195" y="299"/>
                    <a:pt x="195" y="299"/>
                    <a:pt x="195" y="299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57" y="667"/>
                    <a:pt x="57" y="667"/>
                    <a:pt x="57" y="667"/>
                  </a:cubicBezTo>
                  <a:lnTo>
                    <a:pt x="57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3" name="Freeform 23"/>
            <p:cNvSpPr>
              <a:spLocks noEditPoints="1"/>
            </p:cNvSpPr>
            <p:nvPr userDrawn="1"/>
          </p:nvSpPr>
          <p:spPr bwMode="auto">
            <a:xfrm>
              <a:off x="6137497" y="1333086"/>
              <a:ext cx="228289" cy="219867"/>
            </a:xfrm>
            <a:custGeom>
              <a:avLst/>
              <a:gdLst>
                <a:gd name="T0" fmla="*/ 0 w 525"/>
                <a:gd name="T1" fmla="*/ 255 h 506"/>
                <a:gd name="T2" fmla="*/ 0 w 525"/>
                <a:gd name="T3" fmla="*/ 253 h 506"/>
                <a:gd name="T4" fmla="*/ 263 w 525"/>
                <a:gd name="T5" fmla="*/ 0 h 506"/>
                <a:gd name="T6" fmla="*/ 525 w 525"/>
                <a:gd name="T7" fmla="*/ 251 h 506"/>
                <a:gd name="T8" fmla="*/ 525 w 525"/>
                <a:gd name="T9" fmla="*/ 253 h 506"/>
                <a:gd name="T10" fmla="*/ 261 w 525"/>
                <a:gd name="T11" fmla="*/ 506 h 506"/>
                <a:gd name="T12" fmla="*/ 0 w 525"/>
                <a:gd name="T13" fmla="*/ 255 h 506"/>
                <a:gd name="T14" fmla="*/ 389 w 525"/>
                <a:gd name="T15" fmla="*/ 255 h 506"/>
                <a:gd name="T16" fmla="*/ 389 w 525"/>
                <a:gd name="T17" fmla="*/ 253 h 506"/>
                <a:gd name="T18" fmla="*/ 261 w 525"/>
                <a:gd name="T19" fmla="*/ 119 h 506"/>
                <a:gd name="T20" fmla="*/ 135 w 525"/>
                <a:gd name="T21" fmla="*/ 251 h 506"/>
                <a:gd name="T22" fmla="*/ 135 w 525"/>
                <a:gd name="T23" fmla="*/ 253 h 506"/>
                <a:gd name="T24" fmla="*/ 263 w 525"/>
                <a:gd name="T25" fmla="*/ 387 h 506"/>
                <a:gd name="T26" fmla="*/ 389 w 525"/>
                <a:gd name="T27" fmla="*/ 25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6">
                  <a:moveTo>
                    <a:pt x="0" y="255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12" y="0"/>
                    <a:pt x="263" y="0"/>
                  </a:cubicBezTo>
                  <a:cubicBezTo>
                    <a:pt x="413" y="0"/>
                    <a:pt x="525" y="112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2" y="506"/>
                    <a:pt x="261" y="506"/>
                  </a:cubicBezTo>
                  <a:cubicBezTo>
                    <a:pt x="111" y="506"/>
                    <a:pt x="0" y="394"/>
                    <a:pt x="0" y="255"/>
                  </a:cubicBezTo>
                  <a:close/>
                  <a:moveTo>
                    <a:pt x="389" y="255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2"/>
                    <a:pt x="337" y="119"/>
                    <a:pt x="261" y="119"/>
                  </a:cubicBezTo>
                  <a:cubicBezTo>
                    <a:pt x="183" y="119"/>
                    <a:pt x="135" y="180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5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4" name="Freeform 24"/>
            <p:cNvSpPr/>
            <p:nvPr userDrawn="1"/>
          </p:nvSpPr>
          <p:spPr bwMode="auto">
            <a:xfrm>
              <a:off x="6379084" y="1331756"/>
              <a:ext cx="127665" cy="216764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0 h 498"/>
                <a:gd name="T6" fmla="*/ 293 w 293"/>
                <a:gd name="T7" fmla="*/ 3 h 498"/>
                <a:gd name="T8" fmla="*/ 293 w 293"/>
                <a:gd name="T9" fmla="*/ 147 h 498"/>
                <a:gd name="T10" fmla="*/ 286 w 293"/>
                <a:gd name="T11" fmla="*/ 147 h 498"/>
                <a:gd name="T12" fmla="*/ 138 w 293"/>
                <a:gd name="T13" fmla="*/ 318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66" y="43"/>
                    <a:pt x="211" y="0"/>
                    <a:pt x="293" y="3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86" y="147"/>
                    <a:pt x="286" y="147"/>
                    <a:pt x="286" y="147"/>
                  </a:cubicBezTo>
                  <a:cubicBezTo>
                    <a:pt x="194" y="147"/>
                    <a:pt x="138" y="203"/>
                    <a:pt x="138" y="318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5" name="Freeform 25"/>
            <p:cNvSpPr>
              <a:spLocks noEditPoints="1"/>
            </p:cNvSpPr>
            <p:nvPr userDrawn="1"/>
          </p:nvSpPr>
          <p:spPr bwMode="auto">
            <a:xfrm>
              <a:off x="6582993" y="1334859"/>
              <a:ext cx="194157" cy="217207"/>
            </a:xfrm>
            <a:custGeom>
              <a:avLst/>
              <a:gdLst>
                <a:gd name="T0" fmla="*/ 0 w 446"/>
                <a:gd name="T1" fmla="*/ 351 h 500"/>
                <a:gd name="T2" fmla="*/ 0 w 446"/>
                <a:gd name="T3" fmla="*/ 349 h 500"/>
                <a:gd name="T4" fmla="*/ 195 w 446"/>
                <a:gd name="T5" fmla="*/ 195 h 500"/>
                <a:gd name="T6" fmla="*/ 314 w 446"/>
                <a:gd name="T7" fmla="*/ 215 h 500"/>
                <a:gd name="T8" fmla="*/ 314 w 446"/>
                <a:gd name="T9" fmla="*/ 206 h 500"/>
                <a:gd name="T10" fmla="*/ 210 w 446"/>
                <a:gd name="T11" fmla="*/ 118 h 500"/>
                <a:gd name="T12" fmla="*/ 76 w 446"/>
                <a:gd name="T13" fmla="*/ 144 h 500"/>
                <a:gd name="T14" fmla="*/ 42 w 446"/>
                <a:gd name="T15" fmla="*/ 39 h 500"/>
                <a:gd name="T16" fmla="*/ 230 w 446"/>
                <a:gd name="T17" fmla="*/ 0 h 500"/>
                <a:gd name="T18" fmla="*/ 394 w 446"/>
                <a:gd name="T19" fmla="*/ 54 h 500"/>
                <a:gd name="T20" fmla="*/ 446 w 446"/>
                <a:gd name="T21" fmla="*/ 209 h 500"/>
                <a:gd name="T22" fmla="*/ 446 w 446"/>
                <a:gd name="T23" fmla="*/ 491 h 500"/>
                <a:gd name="T24" fmla="*/ 313 w 446"/>
                <a:gd name="T25" fmla="*/ 491 h 500"/>
                <a:gd name="T26" fmla="*/ 313 w 446"/>
                <a:gd name="T27" fmla="*/ 438 h 500"/>
                <a:gd name="T28" fmla="*/ 167 w 446"/>
                <a:gd name="T29" fmla="*/ 500 h 500"/>
                <a:gd name="T30" fmla="*/ 0 w 446"/>
                <a:gd name="T31" fmla="*/ 351 h 500"/>
                <a:gd name="T32" fmla="*/ 316 w 446"/>
                <a:gd name="T33" fmla="*/ 320 h 500"/>
                <a:gd name="T34" fmla="*/ 316 w 446"/>
                <a:gd name="T35" fmla="*/ 295 h 500"/>
                <a:gd name="T36" fmla="*/ 228 w 446"/>
                <a:gd name="T37" fmla="*/ 277 h 500"/>
                <a:gd name="T38" fmla="*/ 133 w 446"/>
                <a:gd name="T39" fmla="*/ 344 h 500"/>
                <a:gd name="T40" fmla="*/ 133 w 446"/>
                <a:gd name="T41" fmla="*/ 346 h 500"/>
                <a:gd name="T42" fmla="*/ 208 w 446"/>
                <a:gd name="T43" fmla="*/ 405 h 500"/>
                <a:gd name="T44" fmla="*/ 316 w 446"/>
                <a:gd name="T45" fmla="*/ 32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500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4"/>
                    <a:pt x="81" y="195"/>
                    <a:pt x="195" y="195"/>
                  </a:cubicBezTo>
                  <a:cubicBezTo>
                    <a:pt x="244" y="195"/>
                    <a:pt x="280" y="203"/>
                    <a:pt x="314" y="215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8"/>
                    <a:pt x="210" y="118"/>
                  </a:cubicBezTo>
                  <a:cubicBezTo>
                    <a:pt x="157" y="118"/>
                    <a:pt x="120" y="128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8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1"/>
                    <a:pt x="446" y="144"/>
                    <a:pt x="446" y="209"/>
                  </a:cubicBezTo>
                  <a:cubicBezTo>
                    <a:pt x="446" y="491"/>
                    <a:pt x="446" y="491"/>
                    <a:pt x="446" y="491"/>
                  </a:cubicBezTo>
                  <a:cubicBezTo>
                    <a:pt x="313" y="491"/>
                    <a:pt x="313" y="491"/>
                    <a:pt x="313" y="491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4" y="500"/>
                    <a:pt x="167" y="500"/>
                  </a:cubicBezTo>
                  <a:cubicBezTo>
                    <a:pt x="75" y="500"/>
                    <a:pt x="0" y="447"/>
                    <a:pt x="0" y="351"/>
                  </a:cubicBezTo>
                  <a:close/>
                  <a:moveTo>
                    <a:pt x="316" y="320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1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5"/>
                    <a:pt x="208" y="405"/>
                  </a:cubicBezTo>
                  <a:cubicBezTo>
                    <a:pt x="272" y="405"/>
                    <a:pt x="316" y="369"/>
                    <a:pt x="316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6" name="Rectangle 26"/>
            <p:cNvSpPr>
              <a:spLocks noChangeArrowheads="1"/>
            </p:cNvSpPr>
            <p:nvPr userDrawn="1"/>
          </p:nvSpPr>
          <p:spPr bwMode="auto">
            <a:xfrm>
              <a:off x="6801973" y="1260831"/>
              <a:ext cx="59843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7" name="Rectangle 27"/>
            <p:cNvSpPr>
              <a:spLocks noChangeArrowheads="1"/>
            </p:cNvSpPr>
            <p:nvPr userDrawn="1"/>
          </p:nvSpPr>
          <p:spPr bwMode="auto">
            <a:xfrm>
              <a:off x="6886639" y="1260831"/>
              <a:ext cx="59399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11556231" y="767096"/>
            <a:ext cx="634181" cy="1898696"/>
            <a:chOff x="11556230" y="767096"/>
            <a:chExt cx="634181" cy="1898696"/>
          </a:xfrm>
        </p:grpSpPr>
        <p:sp>
          <p:nvSpPr>
            <p:cNvPr id="77" name="Rectangle 28"/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grpSp>
          <p:nvGrpSpPr>
            <p:cNvPr id="78" name="Group 77"/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/>
              <p:cNvSpPr/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0" name="Freeform 30"/>
              <p:cNvSpPr/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1" name="Freeform 31"/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2" name="Freeform 32"/>
              <p:cNvSpPr/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3" name="Freeform 33"/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4" name="Freeform 34"/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</p:grpSp>
      </p:grp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9390325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/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/>
              <p:cNvSpPr/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3" name="Freeform 6"/>
              <p:cNvSpPr/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4" name="Freeform 7"/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5" name="Freeform 8"/>
              <p:cNvSpPr/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6" name="Freeform 9"/>
              <p:cNvSpPr/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7" name="Freeform 10"/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8" name="Freeform 11"/>
              <p:cNvSpPr/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9" name="Freeform 12"/>
              <p:cNvSpPr/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0" name="Freeform 13"/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1" name="Freeform 14"/>
              <p:cNvSpPr/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2" name="Freeform 15"/>
              <p:cNvSpPr/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3" name="Freeform 16"/>
              <p:cNvSpPr/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4" name="Freeform 17"/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5" name="Rectangle 18"/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6" name="Freeform 19"/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7" name="Freeform 20"/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8" name="Freeform 21"/>
              <p:cNvSpPr/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9" name="Freeform 22"/>
              <p:cNvSpPr/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0" name="Freeform 23"/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1" name="Freeform 24"/>
              <p:cNvSpPr/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2" name="Freeform 25"/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3" name="Rectangle 26"/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4" name="Rectangle 27"/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</p:grpSp>
        <p:sp>
          <p:nvSpPr>
            <p:cNvPr id="64" name="Rectangle 28"/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grpSp>
          <p:nvGrpSpPr>
            <p:cNvPr id="65" name="Group 64"/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/>
              <p:cNvSpPr/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67" name="Freeform 30"/>
              <p:cNvSpPr/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68" name="Freeform 31"/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69" name="Freeform 32"/>
              <p:cNvSpPr/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0" name="Freeform 33"/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1" name="Freeform 34"/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</p:grpSp>
      </p:grpSp>
      <p:grpSp>
        <p:nvGrpSpPr>
          <p:cNvPr id="42" name="Group 41"/>
          <p:cNvGrpSpPr/>
          <p:nvPr userDrawn="1"/>
        </p:nvGrpSpPr>
        <p:grpSpPr>
          <a:xfrm>
            <a:off x="1538947" y="3561909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44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45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53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54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55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56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endParaRPr lang="en-US" sz="1000">
              <a:solidFill>
                <a:srgbClr val="939598"/>
              </a:solidFill>
              <a:cs typeface="Arial" panose="020B0604020202020204" pitchFamily="34" charset="0"/>
            </a:endParaRPr>
          </a:p>
        </p:txBody>
      </p:sp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274320"/>
            <a:ext cx="11073384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7930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48699" y="6395718"/>
            <a:ext cx="443301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sz="1000">
              <a:solidFill>
                <a:srgbClr val="939598"/>
              </a:solidFill>
              <a:cs typeface="Arial" panose="020B0604020202020204" pitchFamily="34" charset="0"/>
            </a:endParaRP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274320"/>
            <a:ext cx="11073384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7930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356" y="423410"/>
            <a:ext cx="200587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2" tIns="45696" rIns="91392" bIns="45696" numCol="1" anchor="t" anchorCtr="0" compatLnSpc="1"/>
          <a:lstStyle/>
          <a:p>
            <a:endParaRPr lang="en-US" sz="180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179577"/>
            <a:ext cx="11073384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8965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175" indent="-15621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4625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sz="1000">
              <a:solidFill>
                <a:srgbClr val="939598"/>
              </a:solidFill>
              <a:cs typeface="Arial" panose="020B0604020202020204" pitchFamily="34" charset="0"/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te with Header">
  <p:cSld name="Slate with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912066" y="836091"/>
            <a:ext cx="5182367" cy="86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Poppins"/>
              <a:buNone/>
              <a:defRPr sz="373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9pPr>
          </a:lstStyle>
          <a:p/>
        </p:txBody>
      </p:sp>
      <p:sp>
        <p:nvSpPr>
          <p:cNvPr id="2" name="Slide Number Placeholder 4"/>
          <p:cNvSpPr txBox="1"/>
          <p:nvPr userDrawn="1"/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600" smtClean="0"/>
            </a:fld>
            <a:endParaRPr lang="en-US" sz="1600"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Subtitle 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591056"/>
            <a:ext cx="11073384" cy="479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784" y="914400"/>
            <a:ext cx="11073384" cy="29260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274320"/>
            <a:ext cx="11073384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6" name="Footer Placeholder 61"/>
          <p:cNvSpPr>
            <a:spLocks noGrp="1"/>
          </p:cNvSpPr>
          <p:nvPr>
            <p:ph type="ftr" sz="quarter" idx="11"/>
          </p:nvPr>
        </p:nvSpPr>
        <p:spPr>
          <a:xfrm>
            <a:off x="548640" y="6473952"/>
            <a:ext cx="3860800" cy="153888"/>
          </a:xfrm>
        </p:spPr>
        <p:txBody>
          <a:bodyPr lIns="0"/>
          <a:lstStyle>
            <a:lvl1pPr>
              <a:defRPr cap="none">
                <a:solidFill>
                  <a:schemeClr val="tx1"/>
                </a:solidFill>
              </a:defRPr>
            </a:lvl1pPr>
          </a:lstStyle>
          <a:p>
            <a:endParaRPr lang="en-US" sz="1000">
              <a:cs typeface="Arial" panose="020B0604020202020204" pitchFamily="34" charset="0"/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0C358-E3D5-454C-8B29-5E2E56FCA529}" type="slidenum">
              <a:rPr lang="en-US" smtClean="0"/>
            </a:fld>
            <a:endParaRPr lang="en-US"/>
          </a:p>
        </p:txBody>
      </p:sp>
      <p:sp>
        <p:nvSpPr>
          <p:cNvPr id="5" name="Slide Number Placeholder 4"/>
          <p:cNvSpPr txBox="1"/>
          <p:nvPr userDrawn="1"/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600" smtClean="0"/>
            </a:fld>
            <a:endParaRPr lang="en-US" sz="1600"/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2" y="365129"/>
            <a:ext cx="10512862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/>
          <a:srcRect l="32043" t="11491" r="5965" b="53451"/>
          <a:stretch>
            <a:fillRect/>
          </a:stretch>
        </p:blipFill>
        <p:spPr>
          <a:xfrm rot="16200000" flipH="1">
            <a:off x="2665416" y="-2665411"/>
            <a:ext cx="6858001" cy="12188824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3" y="-1"/>
            <a:ext cx="12188825" cy="6858000"/>
          </a:xfrm>
          <a:prstGeom prst="rect">
            <a:avLst/>
          </a:prstGeom>
          <a:solidFill>
            <a:srgbClr val="471B48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688" tIns="182688" rIns="182688" bIns="182688" rtlCol="0" anchor="t"/>
          <a:lstStyle/>
          <a:p>
            <a:pPr algn="l"/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6" name="Slide Number Placeholder 4"/>
          <p:cNvSpPr txBox="1"/>
          <p:nvPr userDrawn="1"/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600" smtClean="0"/>
            </a:fld>
            <a:endParaRPr lang="en-US" sz="16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_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16200000">
            <a:off x="2665415" y="-2665413"/>
            <a:ext cx="6857999" cy="12188826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554339" y="6421482"/>
            <a:ext cx="734356" cy="245008"/>
            <a:chOff x="547688" y="952500"/>
            <a:chExt cx="12190413" cy="4067175"/>
          </a:xfrm>
        </p:grpSpPr>
        <p:sp>
          <p:nvSpPr>
            <p:cNvPr id="10" name="Rectangle 9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5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6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5400000">
            <a:off x="2663827" y="-2663826"/>
            <a:ext cx="6857999" cy="12185652"/>
          </a:xfrm>
          <a:prstGeom prst="rect">
            <a:avLst/>
          </a:prstGeom>
        </p:spPr>
      </p:pic>
      <p:grpSp>
        <p:nvGrpSpPr>
          <p:cNvPr id="4" name="Group 3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5" name="Rectangle 4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7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8" name="Freeform 10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9" name="Freeform 11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  <p:sp>
        <p:nvSpPr>
          <p:cNvPr id="23" name="TextBox 22"/>
          <p:cNvSpPr txBox="1"/>
          <p:nvPr userDrawn="1"/>
        </p:nvSpPr>
        <p:spPr>
          <a:xfrm>
            <a:off x="1548575" y="6499131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Slide Number Placeholder 4"/>
          <p:cNvSpPr txBox="1"/>
          <p:nvPr userDrawn="1"/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600" smtClean="0"/>
            </a:fld>
            <a:endParaRPr lang="en-US" sz="1600"/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with Subtitle Cont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88825" cy="6858000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343" y="6421482"/>
            <a:ext cx="734356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6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729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7295" algn="l"/>
              </a:tabLst>
              <a:defRPr lang="en-US" sz="3195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1470792"/>
            <a:ext cx="3859795" cy="1958208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</a:fld>
            <a:endParaRPr lang="en-US"/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444" y="3429000"/>
            <a:ext cx="3396738" cy="1354160"/>
          </a:xfrm>
        </p:spPr>
        <p:txBody>
          <a:bodyPr anchor="t">
            <a:noAutofit/>
          </a:bodyPr>
          <a:lstStyle>
            <a:lvl1pPr marL="0" indent="0">
              <a:buNone/>
              <a:defRPr sz="1800"/>
            </a:lvl1pPr>
            <a:lvl2pPr marL="609600" indent="0">
              <a:buNone/>
              <a:defRPr sz="1600"/>
            </a:lvl2pPr>
            <a:lvl3pPr marL="1218565" indent="0">
              <a:buNone/>
              <a:defRPr sz="1600"/>
            </a:lvl3pPr>
            <a:lvl4pPr marL="1828165" indent="0">
              <a:buNone/>
              <a:defRPr sz="1600"/>
            </a:lvl4pPr>
            <a:lvl5pPr marL="2437130" indent="0">
              <a:buNone/>
              <a:defRPr sz="1600"/>
            </a:lvl5pPr>
          </a:lstStyle>
          <a:p>
            <a:pPr lvl="0"/>
            <a:r>
              <a:rPr lang="en-US"/>
              <a:t>Insert your desired text here.</a:t>
            </a:r>
            <a:endParaRPr lang="en-PH"/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41"/>
            <a:ext cx="5484971" cy="1138137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</a:fld>
            <a:endParaRPr lang="en-US"/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443" y="1412776"/>
            <a:ext cx="6061034" cy="936104"/>
          </a:xfrm>
        </p:spPr>
        <p:txBody>
          <a:bodyPr anchor="t">
            <a:noAutofit/>
          </a:bodyPr>
          <a:lstStyle>
            <a:lvl1pPr marL="0" indent="0">
              <a:buNone/>
              <a:defRPr sz="1800"/>
            </a:lvl1pPr>
            <a:lvl2pPr marL="609600" indent="0">
              <a:buNone/>
              <a:defRPr sz="1600"/>
            </a:lvl2pPr>
            <a:lvl3pPr marL="1218565" indent="0">
              <a:buNone/>
              <a:defRPr sz="1600"/>
            </a:lvl3pPr>
            <a:lvl4pPr marL="1828165" indent="0">
              <a:buNone/>
              <a:defRPr sz="1600"/>
            </a:lvl4pPr>
            <a:lvl5pPr marL="2437130" indent="0">
              <a:buNone/>
              <a:defRPr sz="1600"/>
            </a:lvl5pPr>
          </a:lstStyle>
          <a:p>
            <a:pPr lvl="0"/>
            <a:r>
              <a:rPr lang="en-US"/>
              <a:t>Insert your desired text here.</a:t>
            </a:r>
            <a:endParaRPr lang="en-PH"/>
          </a:p>
        </p:txBody>
      </p:sp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61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  <a:endParaRPr lang="en-US"/>
          </a:p>
        </p:txBody>
      </p:sp>
      <p:grpSp>
        <p:nvGrpSpPr>
          <p:cNvPr id="14" name="Group 13"/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9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0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22" name="Freeform 5"/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en-US" sz="1800"/>
          </a:p>
        </p:txBody>
      </p:sp>
    </p:spTree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61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  <a:endParaRPr lang="en-US"/>
          </a:p>
        </p:txBody>
      </p:sp>
      <p:grpSp>
        <p:nvGrpSpPr>
          <p:cNvPr id="14" name="Group 13"/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9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0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22" name="Freeform 5"/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en-US" sz="1800"/>
          </a:p>
        </p:txBody>
      </p:sp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3"/>
            <a:ext cx="9912096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51"/>
            <a:ext cx="9912096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1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3"/>
            <a:ext cx="99212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51"/>
            <a:ext cx="99212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1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4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4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1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create chart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/>
          <p:cNvGrpSpPr/>
          <p:nvPr userDrawn="1"/>
        </p:nvGrpSpPr>
        <p:grpSpPr>
          <a:xfrm>
            <a:off x="1538947" y="3561909"/>
            <a:ext cx="7851377" cy="1769127"/>
            <a:chOff x="541049" y="2649538"/>
            <a:chExt cx="9285724" cy="2092325"/>
          </a:xfrm>
          <a:solidFill>
            <a:srgbClr val="E1251B"/>
          </a:solidFill>
        </p:grpSpPr>
        <p:sp>
          <p:nvSpPr>
            <p:cNvPr id="167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8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9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0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1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2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3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grpSp>
        <p:nvGrpSpPr>
          <p:cNvPr id="76" name="Group 75"/>
          <p:cNvGrpSpPr/>
          <p:nvPr userDrawn="1"/>
        </p:nvGrpSpPr>
        <p:grpSpPr>
          <a:xfrm>
            <a:off x="9390325" y="936748"/>
            <a:ext cx="1965963" cy="1042086"/>
            <a:chOff x="4988072" y="501936"/>
            <a:chExt cx="1978802" cy="1051017"/>
          </a:xfrm>
          <a:solidFill>
            <a:srgbClr val="E1251B"/>
          </a:solidFill>
        </p:grpSpPr>
        <p:sp>
          <p:nvSpPr>
            <p:cNvPr id="85" name="Freeform 5"/>
            <p:cNvSpPr/>
            <p:nvPr userDrawn="1"/>
          </p:nvSpPr>
          <p:spPr bwMode="auto">
            <a:xfrm>
              <a:off x="5559016" y="501936"/>
              <a:ext cx="218094" cy="282813"/>
            </a:xfrm>
            <a:custGeom>
              <a:avLst/>
              <a:gdLst>
                <a:gd name="T0" fmla="*/ 0 w 502"/>
                <a:gd name="T1" fmla="*/ 550 h 651"/>
                <a:gd name="T2" fmla="*/ 83 w 502"/>
                <a:gd name="T3" fmla="*/ 451 h 651"/>
                <a:gd name="T4" fmla="*/ 272 w 502"/>
                <a:gd name="T5" fmla="*/ 528 h 651"/>
                <a:gd name="T6" fmla="*/ 363 w 502"/>
                <a:gd name="T7" fmla="*/ 469 h 651"/>
                <a:gd name="T8" fmla="*/ 363 w 502"/>
                <a:gd name="T9" fmla="*/ 467 h 651"/>
                <a:gd name="T10" fmla="*/ 236 w 502"/>
                <a:gd name="T11" fmla="*/ 386 h 651"/>
                <a:gd name="T12" fmla="*/ 26 w 502"/>
                <a:gd name="T13" fmla="*/ 192 h 651"/>
                <a:gd name="T14" fmla="*/ 26 w 502"/>
                <a:gd name="T15" fmla="*/ 191 h 651"/>
                <a:gd name="T16" fmla="*/ 247 w 502"/>
                <a:gd name="T17" fmla="*/ 0 h 651"/>
                <a:gd name="T18" fmla="*/ 483 w 502"/>
                <a:gd name="T19" fmla="*/ 80 h 651"/>
                <a:gd name="T20" fmla="*/ 410 w 502"/>
                <a:gd name="T21" fmla="*/ 185 h 651"/>
                <a:gd name="T22" fmla="*/ 246 w 502"/>
                <a:gd name="T23" fmla="*/ 123 h 651"/>
                <a:gd name="T24" fmla="*/ 164 w 502"/>
                <a:gd name="T25" fmla="*/ 178 h 651"/>
                <a:gd name="T26" fmla="*/ 164 w 502"/>
                <a:gd name="T27" fmla="*/ 180 h 651"/>
                <a:gd name="T28" fmla="*/ 301 w 502"/>
                <a:gd name="T29" fmla="*/ 263 h 651"/>
                <a:gd name="T30" fmla="*/ 502 w 502"/>
                <a:gd name="T31" fmla="*/ 453 h 651"/>
                <a:gd name="T32" fmla="*/ 502 w 502"/>
                <a:gd name="T33" fmla="*/ 455 h 651"/>
                <a:gd name="T34" fmla="*/ 269 w 502"/>
                <a:gd name="T35" fmla="*/ 651 h 651"/>
                <a:gd name="T36" fmla="*/ 0 w 502"/>
                <a:gd name="T37" fmla="*/ 55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2" h="651">
                  <a:moveTo>
                    <a:pt x="0" y="550"/>
                  </a:moveTo>
                  <a:cubicBezTo>
                    <a:pt x="83" y="451"/>
                    <a:pt x="83" y="451"/>
                    <a:pt x="83" y="451"/>
                  </a:cubicBezTo>
                  <a:cubicBezTo>
                    <a:pt x="140" y="498"/>
                    <a:pt x="200" y="528"/>
                    <a:pt x="272" y="528"/>
                  </a:cubicBezTo>
                  <a:cubicBezTo>
                    <a:pt x="329" y="528"/>
                    <a:pt x="363" y="506"/>
                    <a:pt x="363" y="469"/>
                  </a:cubicBezTo>
                  <a:cubicBezTo>
                    <a:pt x="363" y="467"/>
                    <a:pt x="363" y="467"/>
                    <a:pt x="363" y="467"/>
                  </a:cubicBezTo>
                  <a:cubicBezTo>
                    <a:pt x="363" y="431"/>
                    <a:pt x="342" y="413"/>
                    <a:pt x="236" y="386"/>
                  </a:cubicBezTo>
                  <a:cubicBezTo>
                    <a:pt x="108" y="354"/>
                    <a:pt x="26" y="318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76"/>
                    <a:pt x="118" y="0"/>
                    <a:pt x="247" y="0"/>
                  </a:cubicBezTo>
                  <a:cubicBezTo>
                    <a:pt x="340" y="0"/>
                    <a:pt x="419" y="29"/>
                    <a:pt x="483" y="80"/>
                  </a:cubicBezTo>
                  <a:cubicBezTo>
                    <a:pt x="410" y="185"/>
                    <a:pt x="410" y="185"/>
                    <a:pt x="410" y="185"/>
                  </a:cubicBezTo>
                  <a:cubicBezTo>
                    <a:pt x="354" y="146"/>
                    <a:pt x="299" y="123"/>
                    <a:pt x="246" y="123"/>
                  </a:cubicBezTo>
                  <a:cubicBezTo>
                    <a:pt x="192" y="123"/>
                    <a:pt x="164" y="147"/>
                    <a:pt x="164" y="178"/>
                  </a:cubicBezTo>
                  <a:cubicBezTo>
                    <a:pt x="164" y="180"/>
                    <a:pt x="164" y="180"/>
                    <a:pt x="164" y="180"/>
                  </a:cubicBezTo>
                  <a:cubicBezTo>
                    <a:pt x="164" y="221"/>
                    <a:pt x="191" y="235"/>
                    <a:pt x="301" y="263"/>
                  </a:cubicBezTo>
                  <a:cubicBezTo>
                    <a:pt x="429" y="297"/>
                    <a:pt x="502" y="343"/>
                    <a:pt x="502" y="453"/>
                  </a:cubicBezTo>
                  <a:cubicBezTo>
                    <a:pt x="502" y="455"/>
                    <a:pt x="502" y="455"/>
                    <a:pt x="502" y="455"/>
                  </a:cubicBezTo>
                  <a:cubicBezTo>
                    <a:pt x="502" y="581"/>
                    <a:pt x="406" y="651"/>
                    <a:pt x="269" y="651"/>
                  </a:cubicBezTo>
                  <a:cubicBezTo>
                    <a:pt x="173" y="651"/>
                    <a:pt x="76" y="618"/>
                    <a:pt x="0" y="5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6" name="Freeform 6"/>
            <p:cNvSpPr/>
            <p:nvPr userDrawn="1"/>
          </p:nvSpPr>
          <p:spPr bwMode="auto">
            <a:xfrm>
              <a:off x="5791295" y="566212"/>
              <a:ext cx="322264" cy="214547"/>
            </a:xfrm>
            <a:custGeom>
              <a:avLst/>
              <a:gdLst>
                <a:gd name="T0" fmla="*/ 0 w 741"/>
                <a:gd name="T1" fmla="*/ 9 h 494"/>
                <a:gd name="T2" fmla="*/ 138 w 741"/>
                <a:gd name="T3" fmla="*/ 9 h 494"/>
                <a:gd name="T4" fmla="*/ 138 w 741"/>
                <a:gd name="T5" fmla="*/ 78 h 494"/>
                <a:gd name="T6" fmla="*/ 281 w 741"/>
                <a:gd name="T7" fmla="*/ 0 h 494"/>
                <a:gd name="T8" fmla="*/ 418 w 741"/>
                <a:gd name="T9" fmla="*/ 77 h 494"/>
                <a:gd name="T10" fmla="*/ 577 w 741"/>
                <a:gd name="T11" fmla="*/ 0 h 494"/>
                <a:gd name="T12" fmla="*/ 741 w 741"/>
                <a:gd name="T13" fmla="*/ 178 h 494"/>
                <a:gd name="T14" fmla="*/ 741 w 741"/>
                <a:gd name="T15" fmla="*/ 494 h 494"/>
                <a:gd name="T16" fmla="*/ 603 w 741"/>
                <a:gd name="T17" fmla="*/ 494 h 494"/>
                <a:gd name="T18" fmla="*/ 603 w 741"/>
                <a:gd name="T19" fmla="*/ 224 h 494"/>
                <a:gd name="T20" fmla="*/ 523 w 741"/>
                <a:gd name="T21" fmla="*/ 125 h 494"/>
                <a:gd name="T22" fmla="*/ 439 w 741"/>
                <a:gd name="T23" fmla="*/ 224 h 494"/>
                <a:gd name="T24" fmla="*/ 439 w 741"/>
                <a:gd name="T25" fmla="*/ 494 h 494"/>
                <a:gd name="T26" fmla="*/ 302 w 741"/>
                <a:gd name="T27" fmla="*/ 494 h 494"/>
                <a:gd name="T28" fmla="*/ 302 w 741"/>
                <a:gd name="T29" fmla="*/ 224 h 494"/>
                <a:gd name="T30" fmla="*/ 221 w 741"/>
                <a:gd name="T31" fmla="*/ 125 h 494"/>
                <a:gd name="T32" fmla="*/ 138 w 741"/>
                <a:gd name="T33" fmla="*/ 224 h 494"/>
                <a:gd name="T34" fmla="*/ 138 w 741"/>
                <a:gd name="T35" fmla="*/ 494 h 494"/>
                <a:gd name="T36" fmla="*/ 0 w 741"/>
                <a:gd name="T37" fmla="*/ 494 h 494"/>
                <a:gd name="T38" fmla="*/ 0 w 741"/>
                <a:gd name="T39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41" h="494">
                  <a:moveTo>
                    <a:pt x="0" y="9"/>
                  </a:moveTo>
                  <a:cubicBezTo>
                    <a:pt x="138" y="9"/>
                    <a:pt x="138" y="9"/>
                    <a:pt x="138" y="9"/>
                  </a:cubicBezTo>
                  <a:cubicBezTo>
                    <a:pt x="138" y="78"/>
                    <a:pt x="138" y="78"/>
                    <a:pt x="138" y="78"/>
                  </a:cubicBezTo>
                  <a:cubicBezTo>
                    <a:pt x="170" y="37"/>
                    <a:pt x="211" y="0"/>
                    <a:pt x="281" y="0"/>
                  </a:cubicBezTo>
                  <a:cubicBezTo>
                    <a:pt x="344" y="0"/>
                    <a:pt x="392" y="28"/>
                    <a:pt x="418" y="77"/>
                  </a:cubicBezTo>
                  <a:cubicBezTo>
                    <a:pt x="460" y="27"/>
                    <a:pt x="511" y="0"/>
                    <a:pt x="577" y="0"/>
                  </a:cubicBezTo>
                  <a:cubicBezTo>
                    <a:pt x="679" y="0"/>
                    <a:pt x="741" y="62"/>
                    <a:pt x="741" y="178"/>
                  </a:cubicBezTo>
                  <a:cubicBezTo>
                    <a:pt x="741" y="494"/>
                    <a:pt x="741" y="494"/>
                    <a:pt x="741" y="494"/>
                  </a:cubicBezTo>
                  <a:cubicBezTo>
                    <a:pt x="603" y="494"/>
                    <a:pt x="603" y="494"/>
                    <a:pt x="603" y="494"/>
                  </a:cubicBezTo>
                  <a:cubicBezTo>
                    <a:pt x="603" y="224"/>
                    <a:pt x="603" y="224"/>
                    <a:pt x="603" y="224"/>
                  </a:cubicBezTo>
                  <a:cubicBezTo>
                    <a:pt x="603" y="159"/>
                    <a:pt x="574" y="125"/>
                    <a:pt x="523" y="125"/>
                  </a:cubicBezTo>
                  <a:cubicBezTo>
                    <a:pt x="471" y="125"/>
                    <a:pt x="439" y="159"/>
                    <a:pt x="439" y="224"/>
                  </a:cubicBezTo>
                  <a:cubicBezTo>
                    <a:pt x="439" y="494"/>
                    <a:pt x="439" y="494"/>
                    <a:pt x="439" y="494"/>
                  </a:cubicBezTo>
                  <a:cubicBezTo>
                    <a:pt x="302" y="494"/>
                    <a:pt x="302" y="494"/>
                    <a:pt x="302" y="49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159"/>
                    <a:pt x="273" y="125"/>
                    <a:pt x="221" y="125"/>
                  </a:cubicBezTo>
                  <a:cubicBezTo>
                    <a:pt x="170" y="125"/>
                    <a:pt x="138" y="159"/>
                    <a:pt x="138" y="224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7" name="Freeform 7"/>
            <p:cNvSpPr>
              <a:spLocks noEditPoints="1"/>
            </p:cNvSpPr>
            <p:nvPr userDrawn="1"/>
          </p:nvSpPr>
          <p:spPr bwMode="auto">
            <a:xfrm>
              <a:off x="6125971" y="567985"/>
              <a:ext cx="193713" cy="216764"/>
            </a:xfrm>
            <a:custGeom>
              <a:avLst/>
              <a:gdLst>
                <a:gd name="T0" fmla="*/ 0 w 446"/>
                <a:gd name="T1" fmla="*/ 351 h 499"/>
                <a:gd name="T2" fmla="*/ 0 w 446"/>
                <a:gd name="T3" fmla="*/ 349 h 499"/>
                <a:gd name="T4" fmla="*/ 195 w 446"/>
                <a:gd name="T5" fmla="*/ 194 h 499"/>
                <a:gd name="T6" fmla="*/ 314 w 446"/>
                <a:gd name="T7" fmla="*/ 214 h 499"/>
                <a:gd name="T8" fmla="*/ 314 w 446"/>
                <a:gd name="T9" fmla="*/ 206 h 499"/>
                <a:gd name="T10" fmla="*/ 210 w 446"/>
                <a:gd name="T11" fmla="*/ 117 h 499"/>
                <a:gd name="T12" fmla="*/ 76 w 446"/>
                <a:gd name="T13" fmla="*/ 144 h 499"/>
                <a:gd name="T14" fmla="*/ 42 w 446"/>
                <a:gd name="T15" fmla="*/ 39 h 499"/>
                <a:gd name="T16" fmla="*/ 230 w 446"/>
                <a:gd name="T17" fmla="*/ 0 h 499"/>
                <a:gd name="T18" fmla="*/ 394 w 446"/>
                <a:gd name="T19" fmla="*/ 54 h 499"/>
                <a:gd name="T20" fmla="*/ 446 w 446"/>
                <a:gd name="T21" fmla="*/ 209 h 499"/>
                <a:gd name="T22" fmla="*/ 446 w 446"/>
                <a:gd name="T23" fmla="*/ 490 h 499"/>
                <a:gd name="T24" fmla="*/ 313 w 446"/>
                <a:gd name="T25" fmla="*/ 490 h 499"/>
                <a:gd name="T26" fmla="*/ 313 w 446"/>
                <a:gd name="T27" fmla="*/ 438 h 499"/>
                <a:gd name="T28" fmla="*/ 166 w 446"/>
                <a:gd name="T29" fmla="*/ 499 h 499"/>
                <a:gd name="T30" fmla="*/ 0 w 446"/>
                <a:gd name="T31" fmla="*/ 351 h 499"/>
                <a:gd name="T32" fmla="*/ 316 w 446"/>
                <a:gd name="T33" fmla="*/ 319 h 499"/>
                <a:gd name="T34" fmla="*/ 316 w 446"/>
                <a:gd name="T35" fmla="*/ 295 h 499"/>
                <a:gd name="T36" fmla="*/ 228 w 446"/>
                <a:gd name="T37" fmla="*/ 277 h 499"/>
                <a:gd name="T38" fmla="*/ 133 w 446"/>
                <a:gd name="T39" fmla="*/ 344 h 499"/>
                <a:gd name="T40" fmla="*/ 133 w 446"/>
                <a:gd name="T41" fmla="*/ 346 h 499"/>
                <a:gd name="T42" fmla="*/ 208 w 446"/>
                <a:gd name="T43" fmla="*/ 404 h 499"/>
                <a:gd name="T44" fmla="*/ 316 w 446"/>
                <a:gd name="T45" fmla="*/ 31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499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3"/>
                    <a:pt x="80" y="194"/>
                    <a:pt x="195" y="194"/>
                  </a:cubicBezTo>
                  <a:cubicBezTo>
                    <a:pt x="244" y="194"/>
                    <a:pt x="280" y="202"/>
                    <a:pt x="314" y="214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7"/>
                    <a:pt x="210" y="117"/>
                  </a:cubicBezTo>
                  <a:cubicBezTo>
                    <a:pt x="157" y="117"/>
                    <a:pt x="120" y="127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7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0"/>
                    <a:pt x="446" y="144"/>
                    <a:pt x="446" y="209"/>
                  </a:cubicBezTo>
                  <a:cubicBezTo>
                    <a:pt x="446" y="490"/>
                    <a:pt x="446" y="490"/>
                    <a:pt x="446" y="490"/>
                  </a:cubicBezTo>
                  <a:cubicBezTo>
                    <a:pt x="313" y="490"/>
                    <a:pt x="313" y="490"/>
                    <a:pt x="313" y="490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3" y="499"/>
                    <a:pt x="166" y="499"/>
                  </a:cubicBezTo>
                  <a:cubicBezTo>
                    <a:pt x="75" y="499"/>
                    <a:pt x="0" y="447"/>
                    <a:pt x="0" y="351"/>
                  </a:cubicBezTo>
                  <a:close/>
                  <a:moveTo>
                    <a:pt x="316" y="319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0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4"/>
                    <a:pt x="208" y="404"/>
                  </a:cubicBezTo>
                  <a:cubicBezTo>
                    <a:pt x="272" y="404"/>
                    <a:pt x="316" y="369"/>
                    <a:pt x="316" y="3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8" name="Freeform 8"/>
            <p:cNvSpPr/>
            <p:nvPr userDrawn="1"/>
          </p:nvSpPr>
          <p:spPr bwMode="auto">
            <a:xfrm>
              <a:off x="6336529" y="564438"/>
              <a:ext cx="127665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9" name="Freeform 9"/>
            <p:cNvSpPr/>
            <p:nvPr userDrawn="1"/>
          </p:nvSpPr>
          <p:spPr bwMode="auto">
            <a:xfrm>
              <a:off x="6475719" y="516121"/>
              <a:ext cx="134757" cy="268184"/>
            </a:xfrm>
            <a:custGeom>
              <a:avLst/>
              <a:gdLst>
                <a:gd name="T0" fmla="*/ 58 w 310"/>
                <a:gd name="T1" fmla="*/ 472 h 617"/>
                <a:gd name="T2" fmla="*/ 58 w 310"/>
                <a:gd name="T3" fmla="*/ 242 h 617"/>
                <a:gd name="T4" fmla="*/ 0 w 310"/>
                <a:gd name="T5" fmla="*/ 242 h 617"/>
                <a:gd name="T6" fmla="*/ 0 w 310"/>
                <a:gd name="T7" fmla="*/ 124 h 617"/>
                <a:gd name="T8" fmla="*/ 58 w 310"/>
                <a:gd name="T9" fmla="*/ 124 h 617"/>
                <a:gd name="T10" fmla="*/ 58 w 310"/>
                <a:gd name="T11" fmla="*/ 0 h 617"/>
                <a:gd name="T12" fmla="*/ 196 w 310"/>
                <a:gd name="T13" fmla="*/ 0 h 617"/>
                <a:gd name="T14" fmla="*/ 196 w 310"/>
                <a:gd name="T15" fmla="*/ 124 h 617"/>
                <a:gd name="T16" fmla="*/ 310 w 310"/>
                <a:gd name="T17" fmla="*/ 124 h 617"/>
                <a:gd name="T18" fmla="*/ 310 w 310"/>
                <a:gd name="T19" fmla="*/ 242 h 617"/>
                <a:gd name="T20" fmla="*/ 196 w 310"/>
                <a:gd name="T21" fmla="*/ 242 h 617"/>
                <a:gd name="T22" fmla="*/ 196 w 310"/>
                <a:gd name="T23" fmla="*/ 449 h 617"/>
                <a:gd name="T24" fmla="*/ 240 w 310"/>
                <a:gd name="T25" fmla="*/ 496 h 617"/>
                <a:gd name="T26" fmla="*/ 308 w 310"/>
                <a:gd name="T27" fmla="*/ 479 h 617"/>
                <a:gd name="T28" fmla="*/ 308 w 310"/>
                <a:gd name="T29" fmla="*/ 589 h 617"/>
                <a:gd name="T30" fmla="*/ 199 w 310"/>
                <a:gd name="T31" fmla="*/ 617 h 617"/>
                <a:gd name="T32" fmla="*/ 58 w 310"/>
                <a:gd name="T33" fmla="*/ 47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7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6" y="242"/>
                    <a:pt x="196" y="242"/>
                    <a:pt x="196" y="242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89"/>
                    <a:pt x="308" y="589"/>
                    <a:pt x="308" y="589"/>
                  </a:cubicBezTo>
                  <a:cubicBezTo>
                    <a:pt x="279" y="607"/>
                    <a:pt x="245" y="617"/>
                    <a:pt x="199" y="617"/>
                  </a:cubicBezTo>
                  <a:cubicBezTo>
                    <a:pt x="115" y="617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0" name="Freeform 10"/>
            <p:cNvSpPr>
              <a:spLocks noEditPoints="1"/>
            </p:cNvSpPr>
            <p:nvPr userDrawn="1"/>
          </p:nvSpPr>
          <p:spPr bwMode="auto">
            <a:xfrm>
              <a:off x="6618455" y="566212"/>
              <a:ext cx="207012" cy="219424"/>
            </a:xfrm>
            <a:custGeom>
              <a:avLst/>
              <a:gdLst>
                <a:gd name="T0" fmla="*/ 0 w 476"/>
                <a:gd name="T1" fmla="*/ 254 h 505"/>
                <a:gd name="T2" fmla="*/ 0 w 476"/>
                <a:gd name="T3" fmla="*/ 253 h 505"/>
                <a:gd name="T4" fmla="*/ 240 w 476"/>
                <a:gd name="T5" fmla="*/ 0 h 505"/>
                <a:gd name="T6" fmla="*/ 476 w 476"/>
                <a:gd name="T7" fmla="*/ 263 h 505"/>
                <a:gd name="T8" fmla="*/ 475 w 476"/>
                <a:gd name="T9" fmla="*/ 300 h 505"/>
                <a:gd name="T10" fmla="*/ 137 w 476"/>
                <a:gd name="T11" fmla="*/ 300 h 505"/>
                <a:gd name="T12" fmla="*/ 256 w 476"/>
                <a:gd name="T13" fmla="*/ 395 h 505"/>
                <a:gd name="T14" fmla="*/ 373 w 476"/>
                <a:gd name="T15" fmla="*/ 345 h 505"/>
                <a:gd name="T16" fmla="*/ 452 w 476"/>
                <a:gd name="T17" fmla="*/ 415 h 505"/>
                <a:gd name="T18" fmla="*/ 254 w 476"/>
                <a:gd name="T19" fmla="*/ 505 h 505"/>
                <a:gd name="T20" fmla="*/ 0 w 476"/>
                <a:gd name="T21" fmla="*/ 254 h 505"/>
                <a:gd name="T22" fmla="*/ 342 w 476"/>
                <a:gd name="T23" fmla="*/ 214 h 505"/>
                <a:gd name="T24" fmla="*/ 240 w 476"/>
                <a:gd name="T25" fmla="*/ 111 h 505"/>
                <a:gd name="T26" fmla="*/ 135 w 476"/>
                <a:gd name="T27" fmla="*/ 214 h 505"/>
                <a:gd name="T28" fmla="*/ 342 w 476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6" y="126"/>
                    <a:pt x="476" y="263"/>
                  </a:cubicBezTo>
                  <a:cubicBezTo>
                    <a:pt x="476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2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2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1" name="Freeform 11"/>
            <p:cNvSpPr/>
            <p:nvPr userDrawn="1"/>
          </p:nvSpPr>
          <p:spPr bwMode="auto">
            <a:xfrm>
              <a:off x="6837879" y="564438"/>
              <a:ext cx="127221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2" name="Freeform 12"/>
            <p:cNvSpPr/>
            <p:nvPr userDrawn="1"/>
          </p:nvSpPr>
          <p:spPr bwMode="auto">
            <a:xfrm>
              <a:off x="4988072" y="888476"/>
              <a:ext cx="134757" cy="268628"/>
            </a:xfrm>
            <a:custGeom>
              <a:avLst/>
              <a:gdLst>
                <a:gd name="T0" fmla="*/ 58 w 310"/>
                <a:gd name="T1" fmla="*/ 472 h 618"/>
                <a:gd name="T2" fmla="*/ 58 w 310"/>
                <a:gd name="T3" fmla="*/ 242 h 618"/>
                <a:gd name="T4" fmla="*/ 0 w 310"/>
                <a:gd name="T5" fmla="*/ 242 h 618"/>
                <a:gd name="T6" fmla="*/ 0 w 310"/>
                <a:gd name="T7" fmla="*/ 124 h 618"/>
                <a:gd name="T8" fmla="*/ 58 w 310"/>
                <a:gd name="T9" fmla="*/ 124 h 618"/>
                <a:gd name="T10" fmla="*/ 58 w 310"/>
                <a:gd name="T11" fmla="*/ 0 h 618"/>
                <a:gd name="T12" fmla="*/ 195 w 310"/>
                <a:gd name="T13" fmla="*/ 0 h 618"/>
                <a:gd name="T14" fmla="*/ 195 w 310"/>
                <a:gd name="T15" fmla="*/ 124 h 618"/>
                <a:gd name="T16" fmla="*/ 310 w 310"/>
                <a:gd name="T17" fmla="*/ 124 h 618"/>
                <a:gd name="T18" fmla="*/ 310 w 310"/>
                <a:gd name="T19" fmla="*/ 242 h 618"/>
                <a:gd name="T20" fmla="*/ 195 w 310"/>
                <a:gd name="T21" fmla="*/ 242 h 618"/>
                <a:gd name="T22" fmla="*/ 195 w 310"/>
                <a:gd name="T23" fmla="*/ 449 h 618"/>
                <a:gd name="T24" fmla="*/ 240 w 310"/>
                <a:gd name="T25" fmla="*/ 496 h 618"/>
                <a:gd name="T26" fmla="*/ 308 w 310"/>
                <a:gd name="T27" fmla="*/ 479 h 618"/>
                <a:gd name="T28" fmla="*/ 308 w 310"/>
                <a:gd name="T29" fmla="*/ 590 h 618"/>
                <a:gd name="T30" fmla="*/ 199 w 310"/>
                <a:gd name="T31" fmla="*/ 618 h 618"/>
                <a:gd name="T32" fmla="*/ 58 w 310"/>
                <a:gd name="T33" fmla="*/ 472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8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5" y="242"/>
                    <a:pt x="195" y="242"/>
                    <a:pt x="195" y="242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90"/>
                    <a:pt x="308" y="590"/>
                    <a:pt x="308" y="590"/>
                  </a:cubicBezTo>
                  <a:cubicBezTo>
                    <a:pt x="279" y="607"/>
                    <a:pt x="245" y="618"/>
                    <a:pt x="199" y="618"/>
                  </a:cubicBezTo>
                  <a:cubicBezTo>
                    <a:pt x="115" y="618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3" name="Freeform 13"/>
            <p:cNvSpPr>
              <a:spLocks noEditPoints="1"/>
            </p:cNvSpPr>
            <p:nvPr userDrawn="1"/>
          </p:nvSpPr>
          <p:spPr bwMode="auto">
            <a:xfrm>
              <a:off x="5131251" y="938123"/>
              <a:ext cx="207455" cy="219867"/>
            </a:xfrm>
            <a:custGeom>
              <a:avLst/>
              <a:gdLst>
                <a:gd name="T0" fmla="*/ 0 w 477"/>
                <a:gd name="T1" fmla="*/ 254 h 505"/>
                <a:gd name="T2" fmla="*/ 0 w 477"/>
                <a:gd name="T3" fmla="*/ 253 h 505"/>
                <a:gd name="T4" fmla="*/ 240 w 477"/>
                <a:gd name="T5" fmla="*/ 0 h 505"/>
                <a:gd name="T6" fmla="*/ 477 w 477"/>
                <a:gd name="T7" fmla="*/ 263 h 505"/>
                <a:gd name="T8" fmla="*/ 475 w 477"/>
                <a:gd name="T9" fmla="*/ 300 h 505"/>
                <a:gd name="T10" fmla="*/ 137 w 477"/>
                <a:gd name="T11" fmla="*/ 300 h 505"/>
                <a:gd name="T12" fmla="*/ 256 w 477"/>
                <a:gd name="T13" fmla="*/ 395 h 505"/>
                <a:gd name="T14" fmla="*/ 373 w 477"/>
                <a:gd name="T15" fmla="*/ 345 h 505"/>
                <a:gd name="T16" fmla="*/ 452 w 477"/>
                <a:gd name="T17" fmla="*/ 415 h 505"/>
                <a:gd name="T18" fmla="*/ 254 w 477"/>
                <a:gd name="T19" fmla="*/ 505 h 505"/>
                <a:gd name="T20" fmla="*/ 0 w 477"/>
                <a:gd name="T21" fmla="*/ 254 h 505"/>
                <a:gd name="T22" fmla="*/ 343 w 477"/>
                <a:gd name="T23" fmla="*/ 214 h 505"/>
                <a:gd name="T24" fmla="*/ 240 w 477"/>
                <a:gd name="T25" fmla="*/ 111 h 505"/>
                <a:gd name="T26" fmla="*/ 135 w 477"/>
                <a:gd name="T27" fmla="*/ 214 h 505"/>
                <a:gd name="T28" fmla="*/ 343 w 477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7" y="126"/>
                    <a:pt x="477" y="263"/>
                  </a:cubicBezTo>
                  <a:cubicBezTo>
                    <a:pt x="477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3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3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4" name="Freeform 14"/>
            <p:cNvSpPr/>
            <p:nvPr userDrawn="1"/>
          </p:nvSpPr>
          <p:spPr bwMode="auto">
            <a:xfrm>
              <a:off x="5348015" y="938123"/>
              <a:ext cx="195486" cy="219867"/>
            </a:xfrm>
            <a:custGeom>
              <a:avLst/>
              <a:gdLst>
                <a:gd name="T0" fmla="*/ 0 w 450"/>
                <a:gd name="T1" fmla="*/ 254 h 505"/>
                <a:gd name="T2" fmla="*/ 0 w 450"/>
                <a:gd name="T3" fmla="*/ 253 h 505"/>
                <a:gd name="T4" fmla="*/ 254 w 450"/>
                <a:gd name="T5" fmla="*/ 0 h 505"/>
                <a:gd name="T6" fmla="*/ 448 w 450"/>
                <a:gd name="T7" fmla="*/ 82 h 505"/>
                <a:gd name="T8" fmla="*/ 363 w 450"/>
                <a:gd name="T9" fmla="*/ 172 h 505"/>
                <a:gd name="T10" fmla="*/ 253 w 450"/>
                <a:gd name="T11" fmla="*/ 119 h 505"/>
                <a:gd name="T12" fmla="*/ 135 w 450"/>
                <a:gd name="T13" fmla="*/ 251 h 505"/>
                <a:gd name="T14" fmla="*/ 135 w 450"/>
                <a:gd name="T15" fmla="*/ 253 h 505"/>
                <a:gd name="T16" fmla="*/ 258 w 450"/>
                <a:gd name="T17" fmla="*/ 387 h 505"/>
                <a:gd name="T18" fmla="*/ 370 w 450"/>
                <a:gd name="T19" fmla="*/ 335 h 505"/>
                <a:gd name="T20" fmla="*/ 450 w 450"/>
                <a:gd name="T21" fmla="*/ 416 h 505"/>
                <a:gd name="T22" fmla="*/ 252 w 450"/>
                <a:gd name="T23" fmla="*/ 505 h 505"/>
                <a:gd name="T24" fmla="*/ 0 w 450"/>
                <a:gd name="T25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0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06" y="0"/>
                    <a:pt x="254" y="0"/>
                  </a:cubicBezTo>
                  <a:cubicBezTo>
                    <a:pt x="345" y="0"/>
                    <a:pt x="402" y="31"/>
                    <a:pt x="448" y="82"/>
                  </a:cubicBezTo>
                  <a:cubicBezTo>
                    <a:pt x="363" y="172"/>
                    <a:pt x="363" y="172"/>
                    <a:pt x="363" y="172"/>
                  </a:cubicBezTo>
                  <a:cubicBezTo>
                    <a:pt x="333" y="139"/>
                    <a:pt x="302" y="119"/>
                    <a:pt x="253" y="119"/>
                  </a:cubicBezTo>
                  <a:cubicBezTo>
                    <a:pt x="184" y="119"/>
                    <a:pt x="135" y="179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7"/>
                    <a:pt x="183" y="387"/>
                    <a:pt x="258" y="387"/>
                  </a:cubicBezTo>
                  <a:cubicBezTo>
                    <a:pt x="305" y="387"/>
                    <a:pt x="336" y="367"/>
                    <a:pt x="370" y="335"/>
                  </a:cubicBezTo>
                  <a:cubicBezTo>
                    <a:pt x="450" y="416"/>
                    <a:pt x="450" y="416"/>
                    <a:pt x="450" y="416"/>
                  </a:cubicBezTo>
                  <a:cubicBezTo>
                    <a:pt x="403" y="468"/>
                    <a:pt x="349" y="505"/>
                    <a:pt x="252" y="505"/>
                  </a:cubicBezTo>
                  <a:cubicBezTo>
                    <a:pt x="106" y="505"/>
                    <a:pt x="0" y="393"/>
                    <a:pt x="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5" name="Freeform 15"/>
            <p:cNvSpPr/>
            <p:nvPr userDrawn="1"/>
          </p:nvSpPr>
          <p:spPr bwMode="auto">
            <a:xfrm>
              <a:off x="5553254" y="866312"/>
              <a:ext cx="193270" cy="286802"/>
            </a:xfrm>
            <a:custGeom>
              <a:avLst/>
              <a:gdLst>
                <a:gd name="T0" fmla="*/ 0 w 445"/>
                <a:gd name="T1" fmla="*/ 0 h 660"/>
                <a:gd name="T2" fmla="*/ 138 w 445"/>
                <a:gd name="T3" fmla="*/ 0 h 660"/>
                <a:gd name="T4" fmla="*/ 138 w 445"/>
                <a:gd name="T5" fmla="*/ 244 h 660"/>
                <a:gd name="T6" fmla="*/ 280 w 445"/>
                <a:gd name="T7" fmla="*/ 166 h 660"/>
                <a:gd name="T8" fmla="*/ 445 w 445"/>
                <a:gd name="T9" fmla="*/ 346 h 660"/>
                <a:gd name="T10" fmla="*/ 445 w 445"/>
                <a:gd name="T11" fmla="*/ 660 h 660"/>
                <a:gd name="T12" fmla="*/ 307 w 445"/>
                <a:gd name="T13" fmla="*/ 660 h 660"/>
                <a:gd name="T14" fmla="*/ 307 w 445"/>
                <a:gd name="T15" fmla="*/ 390 h 660"/>
                <a:gd name="T16" fmla="*/ 224 w 445"/>
                <a:gd name="T17" fmla="*/ 291 h 660"/>
                <a:gd name="T18" fmla="*/ 138 w 445"/>
                <a:gd name="T19" fmla="*/ 390 h 660"/>
                <a:gd name="T20" fmla="*/ 138 w 445"/>
                <a:gd name="T21" fmla="*/ 660 h 660"/>
                <a:gd name="T22" fmla="*/ 0 w 445"/>
                <a:gd name="T23" fmla="*/ 660 h 660"/>
                <a:gd name="T24" fmla="*/ 0 w 445"/>
                <a:gd name="T25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5" h="660">
                  <a:moveTo>
                    <a:pt x="0" y="0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138" y="244"/>
                    <a:pt x="138" y="244"/>
                    <a:pt x="138" y="244"/>
                  </a:cubicBezTo>
                  <a:cubicBezTo>
                    <a:pt x="169" y="203"/>
                    <a:pt x="210" y="166"/>
                    <a:pt x="280" y="166"/>
                  </a:cubicBezTo>
                  <a:cubicBezTo>
                    <a:pt x="384" y="166"/>
                    <a:pt x="445" y="235"/>
                    <a:pt x="445" y="346"/>
                  </a:cubicBezTo>
                  <a:cubicBezTo>
                    <a:pt x="445" y="660"/>
                    <a:pt x="445" y="660"/>
                    <a:pt x="445" y="660"/>
                  </a:cubicBezTo>
                  <a:cubicBezTo>
                    <a:pt x="307" y="660"/>
                    <a:pt x="307" y="660"/>
                    <a:pt x="307" y="66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24"/>
                    <a:pt x="276" y="291"/>
                    <a:pt x="224" y="291"/>
                  </a:cubicBezTo>
                  <a:cubicBezTo>
                    <a:pt x="171" y="291"/>
                    <a:pt x="138" y="324"/>
                    <a:pt x="138" y="390"/>
                  </a:cubicBezTo>
                  <a:cubicBezTo>
                    <a:pt x="138" y="660"/>
                    <a:pt x="138" y="660"/>
                    <a:pt x="138" y="660"/>
                  </a:cubicBezTo>
                  <a:cubicBezTo>
                    <a:pt x="0" y="660"/>
                    <a:pt x="0" y="660"/>
                    <a:pt x="0" y="66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6" name="Freeform 16"/>
            <p:cNvSpPr/>
            <p:nvPr userDrawn="1"/>
          </p:nvSpPr>
          <p:spPr bwMode="auto">
            <a:xfrm>
              <a:off x="5762039" y="938123"/>
              <a:ext cx="192827" cy="214991"/>
            </a:xfrm>
            <a:custGeom>
              <a:avLst/>
              <a:gdLst>
                <a:gd name="T0" fmla="*/ 0 w 444"/>
                <a:gd name="T1" fmla="*/ 9 h 494"/>
                <a:gd name="T2" fmla="*/ 137 w 444"/>
                <a:gd name="T3" fmla="*/ 9 h 494"/>
                <a:gd name="T4" fmla="*/ 137 w 444"/>
                <a:gd name="T5" fmla="*/ 78 h 494"/>
                <a:gd name="T6" fmla="*/ 279 w 444"/>
                <a:gd name="T7" fmla="*/ 0 h 494"/>
                <a:gd name="T8" fmla="*/ 444 w 444"/>
                <a:gd name="T9" fmla="*/ 180 h 494"/>
                <a:gd name="T10" fmla="*/ 444 w 444"/>
                <a:gd name="T11" fmla="*/ 494 h 494"/>
                <a:gd name="T12" fmla="*/ 306 w 444"/>
                <a:gd name="T13" fmla="*/ 494 h 494"/>
                <a:gd name="T14" fmla="*/ 306 w 444"/>
                <a:gd name="T15" fmla="*/ 224 h 494"/>
                <a:gd name="T16" fmla="*/ 223 w 444"/>
                <a:gd name="T17" fmla="*/ 125 h 494"/>
                <a:gd name="T18" fmla="*/ 137 w 444"/>
                <a:gd name="T19" fmla="*/ 224 h 494"/>
                <a:gd name="T20" fmla="*/ 137 w 444"/>
                <a:gd name="T21" fmla="*/ 494 h 494"/>
                <a:gd name="T22" fmla="*/ 0 w 444"/>
                <a:gd name="T23" fmla="*/ 494 h 494"/>
                <a:gd name="T24" fmla="*/ 0 w 444"/>
                <a:gd name="T25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4" h="494">
                  <a:moveTo>
                    <a:pt x="0" y="9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69" y="37"/>
                    <a:pt x="210" y="0"/>
                    <a:pt x="279" y="0"/>
                  </a:cubicBezTo>
                  <a:cubicBezTo>
                    <a:pt x="383" y="0"/>
                    <a:pt x="444" y="69"/>
                    <a:pt x="444" y="180"/>
                  </a:cubicBezTo>
                  <a:cubicBezTo>
                    <a:pt x="444" y="494"/>
                    <a:pt x="444" y="494"/>
                    <a:pt x="444" y="494"/>
                  </a:cubicBezTo>
                  <a:cubicBezTo>
                    <a:pt x="306" y="494"/>
                    <a:pt x="306" y="494"/>
                    <a:pt x="306" y="494"/>
                  </a:cubicBezTo>
                  <a:cubicBezTo>
                    <a:pt x="306" y="224"/>
                    <a:pt x="306" y="224"/>
                    <a:pt x="306" y="224"/>
                  </a:cubicBezTo>
                  <a:cubicBezTo>
                    <a:pt x="306" y="158"/>
                    <a:pt x="276" y="125"/>
                    <a:pt x="223" y="125"/>
                  </a:cubicBezTo>
                  <a:cubicBezTo>
                    <a:pt x="171" y="125"/>
                    <a:pt x="137" y="158"/>
                    <a:pt x="137" y="224"/>
                  </a:cubicBezTo>
                  <a:cubicBezTo>
                    <a:pt x="137" y="494"/>
                    <a:pt x="137" y="494"/>
                    <a:pt x="137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7" name="Freeform 17"/>
            <p:cNvSpPr>
              <a:spLocks noEditPoints="1"/>
            </p:cNvSpPr>
            <p:nvPr userDrawn="1"/>
          </p:nvSpPr>
          <p:spPr bwMode="auto">
            <a:xfrm>
              <a:off x="5967277" y="938123"/>
              <a:ext cx="228289" cy="219867"/>
            </a:xfrm>
            <a:custGeom>
              <a:avLst/>
              <a:gdLst>
                <a:gd name="T0" fmla="*/ 0 w 525"/>
                <a:gd name="T1" fmla="*/ 254 h 505"/>
                <a:gd name="T2" fmla="*/ 0 w 525"/>
                <a:gd name="T3" fmla="*/ 253 h 505"/>
                <a:gd name="T4" fmla="*/ 263 w 525"/>
                <a:gd name="T5" fmla="*/ 0 h 505"/>
                <a:gd name="T6" fmla="*/ 525 w 525"/>
                <a:gd name="T7" fmla="*/ 251 h 505"/>
                <a:gd name="T8" fmla="*/ 525 w 525"/>
                <a:gd name="T9" fmla="*/ 253 h 505"/>
                <a:gd name="T10" fmla="*/ 262 w 525"/>
                <a:gd name="T11" fmla="*/ 505 h 505"/>
                <a:gd name="T12" fmla="*/ 0 w 525"/>
                <a:gd name="T13" fmla="*/ 254 h 505"/>
                <a:gd name="T14" fmla="*/ 389 w 525"/>
                <a:gd name="T15" fmla="*/ 254 h 505"/>
                <a:gd name="T16" fmla="*/ 389 w 525"/>
                <a:gd name="T17" fmla="*/ 253 h 505"/>
                <a:gd name="T18" fmla="*/ 262 w 525"/>
                <a:gd name="T19" fmla="*/ 119 h 505"/>
                <a:gd name="T20" fmla="*/ 136 w 525"/>
                <a:gd name="T21" fmla="*/ 251 h 505"/>
                <a:gd name="T22" fmla="*/ 136 w 525"/>
                <a:gd name="T23" fmla="*/ 253 h 505"/>
                <a:gd name="T24" fmla="*/ 263 w 525"/>
                <a:gd name="T25" fmla="*/ 387 h 505"/>
                <a:gd name="T26" fmla="*/ 389 w 525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2" y="0"/>
                    <a:pt x="263" y="0"/>
                  </a:cubicBezTo>
                  <a:cubicBezTo>
                    <a:pt x="414" y="0"/>
                    <a:pt x="525" y="111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3" y="505"/>
                    <a:pt x="262" y="505"/>
                  </a:cubicBezTo>
                  <a:cubicBezTo>
                    <a:pt x="111" y="505"/>
                    <a:pt x="0" y="394"/>
                    <a:pt x="0" y="254"/>
                  </a:cubicBezTo>
                  <a:close/>
                  <a:moveTo>
                    <a:pt x="389" y="254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8" name="Rectangle 18"/>
            <p:cNvSpPr>
              <a:spLocks noChangeArrowheads="1"/>
            </p:cNvSpPr>
            <p:nvPr userDrawn="1"/>
          </p:nvSpPr>
          <p:spPr bwMode="auto">
            <a:xfrm>
              <a:off x="6207091" y="866312"/>
              <a:ext cx="59843" cy="28680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9" name="Freeform 19"/>
            <p:cNvSpPr>
              <a:spLocks noEditPoints="1"/>
            </p:cNvSpPr>
            <p:nvPr userDrawn="1"/>
          </p:nvSpPr>
          <p:spPr bwMode="auto">
            <a:xfrm>
              <a:off x="6278460" y="938123"/>
              <a:ext cx="228732" cy="219867"/>
            </a:xfrm>
            <a:custGeom>
              <a:avLst/>
              <a:gdLst>
                <a:gd name="T0" fmla="*/ 0 w 526"/>
                <a:gd name="T1" fmla="*/ 254 h 505"/>
                <a:gd name="T2" fmla="*/ 0 w 526"/>
                <a:gd name="T3" fmla="*/ 253 h 505"/>
                <a:gd name="T4" fmla="*/ 264 w 526"/>
                <a:gd name="T5" fmla="*/ 0 h 505"/>
                <a:gd name="T6" fmla="*/ 526 w 526"/>
                <a:gd name="T7" fmla="*/ 251 h 505"/>
                <a:gd name="T8" fmla="*/ 526 w 526"/>
                <a:gd name="T9" fmla="*/ 253 h 505"/>
                <a:gd name="T10" fmla="*/ 262 w 526"/>
                <a:gd name="T11" fmla="*/ 505 h 505"/>
                <a:gd name="T12" fmla="*/ 0 w 526"/>
                <a:gd name="T13" fmla="*/ 254 h 505"/>
                <a:gd name="T14" fmla="*/ 390 w 526"/>
                <a:gd name="T15" fmla="*/ 254 h 505"/>
                <a:gd name="T16" fmla="*/ 390 w 526"/>
                <a:gd name="T17" fmla="*/ 253 h 505"/>
                <a:gd name="T18" fmla="*/ 262 w 526"/>
                <a:gd name="T19" fmla="*/ 119 h 505"/>
                <a:gd name="T20" fmla="*/ 136 w 526"/>
                <a:gd name="T21" fmla="*/ 251 h 505"/>
                <a:gd name="T22" fmla="*/ 136 w 526"/>
                <a:gd name="T23" fmla="*/ 253 h 505"/>
                <a:gd name="T24" fmla="*/ 264 w 526"/>
                <a:gd name="T25" fmla="*/ 387 h 505"/>
                <a:gd name="T26" fmla="*/ 390 w 526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3" y="0"/>
                    <a:pt x="264" y="0"/>
                  </a:cubicBezTo>
                  <a:cubicBezTo>
                    <a:pt x="414" y="0"/>
                    <a:pt x="526" y="111"/>
                    <a:pt x="526" y="251"/>
                  </a:cubicBezTo>
                  <a:cubicBezTo>
                    <a:pt x="526" y="253"/>
                    <a:pt x="526" y="253"/>
                    <a:pt x="526" y="253"/>
                  </a:cubicBezTo>
                  <a:cubicBezTo>
                    <a:pt x="526" y="392"/>
                    <a:pt x="413" y="505"/>
                    <a:pt x="262" y="505"/>
                  </a:cubicBezTo>
                  <a:cubicBezTo>
                    <a:pt x="112" y="505"/>
                    <a:pt x="0" y="394"/>
                    <a:pt x="0" y="254"/>
                  </a:cubicBezTo>
                  <a:close/>
                  <a:moveTo>
                    <a:pt x="390" y="254"/>
                  </a:moveTo>
                  <a:cubicBezTo>
                    <a:pt x="390" y="253"/>
                    <a:pt x="390" y="253"/>
                    <a:pt x="390" y="253"/>
                  </a:cubicBezTo>
                  <a:cubicBezTo>
                    <a:pt x="390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8" y="387"/>
                    <a:pt x="264" y="387"/>
                  </a:cubicBezTo>
                  <a:cubicBezTo>
                    <a:pt x="343" y="387"/>
                    <a:pt x="390" y="326"/>
                    <a:pt x="39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0" name="Freeform 20"/>
            <p:cNvSpPr>
              <a:spLocks noEditPoints="1"/>
            </p:cNvSpPr>
            <p:nvPr userDrawn="1"/>
          </p:nvSpPr>
          <p:spPr bwMode="auto">
            <a:xfrm>
              <a:off x="6516057" y="938123"/>
              <a:ext cx="221197" cy="278823"/>
            </a:xfrm>
            <a:custGeom>
              <a:avLst/>
              <a:gdLst>
                <a:gd name="T0" fmla="*/ 24 w 509"/>
                <a:gd name="T1" fmla="*/ 590 h 641"/>
                <a:gd name="T2" fmla="*/ 71 w 509"/>
                <a:gd name="T3" fmla="*/ 487 h 641"/>
                <a:gd name="T4" fmla="*/ 235 w 509"/>
                <a:gd name="T5" fmla="*/ 531 h 641"/>
                <a:gd name="T6" fmla="*/ 373 w 509"/>
                <a:gd name="T7" fmla="*/ 399 h 641"/>
                <a:gd name="T8" fmla="*/ 373 w 509"/>
                <a:gd name="T9" fmla="*/ 376 h 641"/>
                <a:gd name="T10" fmla="*/ 215 w 509"/>
                <a:gd name="T11" fmla="*/ 454 h 641"/>
                <a:gd name="T12" fmla="*/ 0 w 509"/>
                <a:gd name="T13" fmla="*/ 228 h 641"/>
                <a:gd name="T14" fmla="*/ 0 w 509"/>
                <a:gd name="T15" fmla="*/ 226 h 641"/>
                <a:gd name="T16" fmla="*/ 215 w 509"/>
                <a:gd name="T17" fmla="*/ 0 h 641"/>
                <a:gd name="T18" fmla="*/ 372 w 509"/>
                <a:gd name="T19" fmla="*/ 72 h 641"/>
                <a:gd name="T20" fmla="*/ 372 w 509"/>
                <a:gd name="T21" fmla="*/ 9 h 641"/>
                <a:gd name="T22" fmla="*/ 509 w 509"/>
                <a:gd name="T23" fmla="*/ 9 h 641"/>
                <a:gd name="T24" fmla="*/ 509 w 509"/>
                <a:gd name="T25" fmla="*/ 385 h 641"/>
                <a:gd name="T26" fmla="*/ 448 w 509"/>
                <a:gd name="T27" fmla="*/ 576 h 641"/>
                <a:gd name="T28" fmla="*/ 239 w 509"/>
                <a:gd name="T29" fmla="*/ 641 h 641"/>
                <a:gd name="T30" fmla="*/ 24 w 509"/>
                <a:gd name="T31" fmla="*/ 590 h 641"/>
                <a:gd name="T32" fmla="*/ 373 w 509"/>
                <a:gd name="T33" fmla="*/ 228 h 641"/>
                <a:gd name="T34" fmla="*/ 373 w 509"/>
                <a:gd name="T35" fmla="*/ 226 h 641"/>
                <a:gd name="T36" fmla="*/ 255 w 509"/>
                <a:gd name="T37" fmla="*/ 114 h 641"/>
                <a:gd name="T38" fmla="*/ 137 w 509"/>
                <a:gd name="T39" fmla="*/ 226 h 641"/>
                <a:gd name="T40" fmla="*/ 137 w 509"/>
                <a:gd name="T41" fmla="*/ 228 h 641"/>
                <a:gd name="T42" fmla="*/ 255 w 509"/>
                <a:gd name="T43" fmla="*/ 340 h 641"/>
                <a:gd name="T44" fmla="*/ 373 w 509"/>
                <a:gd name="T45" fmla="*/ 228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9" h="641">
                  <a:moveTo>
                    <a:pt x="24" y="590"/>
                  </a:moveTo>
                  <a:cubicBezTo>
                    <a:pt x="71" y="487"/>
                    <a:pt x="71" y="487"/>
                    <a:pt x="71" y="487"/>
                  </a:cubicBezTo>
                  <a:cubicBezTo>
                    <a:pt x="121" y="515"/>
                    <a:pt x="171" y="531"/>
                    <a:pt x="235" y="531"/>
                  </a:cubicBezTo>
                  <a:cubicBezTo>
                    <a:pt x="329" y="531"/>
                    <a:pt x="373" y="486"/>
                    <a:pt x="373" y="399"/>
                  </a:cubicBezTo>
                  <a:cubicBezTo>
                    <a:pt x="373" y="376"/>
                    <a:pt x="373" y="376"/>
                    <a:pt x="373" y="376"/>
                  </a:cubicBezTo>
                  <a:cubicBezTo>
                    <a:pt x="333" y="425"/>
                    <a:pt x="288" y="454"/>
                    <a:pt x="215" y="454"/>
                  </a:cubicBezTo>
                  <a:cubicBezTo>
                    <a:pt x="102" y="454"/>
                    <a:pt x="0" y="372"/>
                    <a:pt x="0" y="228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82"/>
                    <a:pt x="104" y="0"/>
                    <a:pt x="215" y="0"/>
                  </a:cubicBezTo>
                  <a:cubicBezTo>
                    <a:pt x="290" y="0"/>
                    <a:pt x="334" y="32"/>
                    <a:pt x="372" y="72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509" y="9"/>
                    <a:pt x="509" y="9"/>
                    <a:pt x="509" y="9"/>
                  </a:cubicBezTo>
                  <a:cubicBezTo>
                    <a:pt x="509" y="385"/>
                    <a:pt x="509" y="385"/>
                    <a:pt x="509" y="385"/>
                  </a:cubicBezTo>
                  <a:cubicBezTo>
                    <a:pt x="509" y="472"/>
                    <a:pt x="488" y="535"/>
                    <a:pt x="448" y="576"/>
                  </a:cubicBezTo>
                  <a:cubicBezTo>
                    <a:pt x="402" y="621"/>
                    <a:pt x="333" y="641"/>
                    <a:pt x="239" y="641"/>
                  </a:cubicBezTo>
                  <a:cubicBezTo>
                    <a:pt x="160" y="641"/>
                    <a:pt x="86" y="623"/>
                    <a:pt x="24" y="590"/>
                  </a:cubicBezTo>
                  <a:close/>
                  <a:moveTo>
                    <a:pt x="373" y="228"/>
                  </a:moveTo>
                  <a:cubicBezTo>
                    <a:pt x="373" y="226"/>
                    <a:pt x="373" y="226"/>
                    <a:pt x="373" y="226"/>
                  </a:cubicBezTo>
                  <a:cubicBezTo>
                    <a:pt x="373" y="160"/>
                    <a:pt x="322" y="114"/>
                    <a:pt x="255" y="114"/>
                  </a:cubicBezTo>
                  <a:cubicBezTo>
                    <a:pt x="188" y="114"/>
                    <a:pt x="137" y="160"/>
                    <a:pt x="137" y="226"/>
                  </a:cubicBezTo>
                  <a:cubicBezTo>
                    <a:pt x="137" y="228"/>
                    <a:pt x="137" y="228"/>
                    <a:pt x="137" y="228"/>
                  </a:cubicBezTo>
                  <a:cubicBezTo>
                    <a:pt x="137" y="295"/>
                    <a:pt x="188" y="340"/>
                    <a:pt x="255" y="340"/>
                  </a:cubicBezTo>
                  <a:cubicBezTo>
                    <a:pt x="322" y="340"/>
                    <a:pt x="373" y="294"/>
                    <a:pt x="373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1" name="Freeform 21"/>
            <p:cNvSpPr/>
            <p:nvPr userDrawn="1"/>
          </p:nvSpPr>
          <p:spPr bwMode="auto">
            <a:xfrm>
              <a:off x="6747450" y="942113"/>
              <a:ext cx="219424" cy="275277"/>
            </a:xfrm>
            <a:custGeom>
              <a:avLst/>
              <a:gdLst>
                <a:gd name="T0" fmla="*/ 362 w 505"/>
                <a:gd name="T1" fmla="*/ 0 h 633"/>
                <a:gd name="T2" fmla="*/ 505 w 505"/>
                <a:gd name="T3" fmla="*/ 0 h 633"/>
                <a:gd name="T4" fmla="*/ 319 w 505"/>
                <a:gd name="T5" fmla="*/ 497 h 633"/>
                <a:gd name="T6" fmla="*/ 159 w 505"/>
                <a:gd name="T7" fmla="*/ 633 h 633"/>
                <a:gd name="T8" fmla="*/ 37 w 505"/>
                <a:gd name="T9" fmla="*/ 599 h 633"/>
                <a:gd name="T10" fmla="*/ 83 w 505"/>
                <a:gd name="T11" fmla="*/ 500 h 633"/>
                <a:gd name="T12" fmla="*/ 142 w 505"/>
                <a:gd name="T13" fmla="*/ 519 h 633"/>
                <a:gd name="T14" fmla="*/ 190 w 505"/>
                <a:gd name="T15" fmla="*/ 487 h 633"/>
                <a:gd name="T16" fmla="*/ 0 w 505"/>
                <a:gd name="T17" fmla="*/ 0 h 633"/>
                <a:gd name="T18" fmla="*/ 146 w 505"/>
                <a:gd name="T19" fmla="*/ 0 h 633"/>
                <a:gd name="T20" fmla="*/ 256 w 505"/>
                <a:gd name="T21" fmla="*/ 331 h 633"/>
                <a:gd name="T22" fmla="*/ 362 w 505"/>
                <a:gd name="T23" fmla="*/ 0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05" h="633">
                  <a:moveTo>
                    <a:pt x="362" y="0"/>
                  </a:moveTo>
                  <a:cubicBezTo>
                    <a:pt x="505" y="0"/>
                    <a:pt x="505" y="0"/>
                    <a:pt x="505" y="0"/>
                  </a:cubicBezTo>
                  <a:cubicBezTo>
                    <a:pt x="319" y="497"/>
                    <a:pt x="319" y="497"/>
                    <a:pt x="319" y="497"/>
                  </a:cubicBezTo>
                  <a:cubicBezTo>
                    <a:pt x="282" y="596"/>
                    <a:pt x="242" y="633"/>
                    <a:pt x="159" y="633"/>
                  </a:cubicBezTo>
                  <a:cubicBezTo>
                    <a:pt x="110" y="633"/>
                    <a:pt x="73" y="620"/>
                    <a:pt x="37" y="599"/>
                  </a:cubicBezTo>
                  <a:cubicBezTo>
                    <a:pt x="83" y="500"/>
                    <a:pt x="83" y="500"/>
                    <a:pt x="83" y="500"/>
                  </a:cubicBezTo>
                  <a:cubicBezTo>
                    <a:pt x="101" y="511"/>
                    <a:pt x="124" y="519"/>
                    <a:pt x="142" y="519"/>
                  </a:cubicBezTo>
                  <a:cubicBezTo>
                    <a:pt x="166" y="519"/>
                    <a:pt x="178" y="512"/>
                    <a:pt x="190" y="48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256" y="331"/>
                    <a:pt x="256" y="331"/>
                    <a:pt x="256" y="331"/>
                  </a:cubicBezTo>
                  <a:lnTo>
                    <a:pt x="3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2" name="Freeform 22"/>
            <p:cNvSpPr/>
            <p:nvPr userDrawn="1"/>
          </p:nvSpPr>
          <p:spPr bwMode="auto">
            <a:xfrm>
              <a:off x="6005842" y="1258171"/>
              <a:ext cx="132541" cy="290348"/>
            </a:xfrm>
            <a:custGeom>
              <a:avLst/>
              <a:gdLst>
                <a:gd name="T0" fmla="*/ 57 w 305"/>
                <a:gd name="T1" fmla="*/ 299 h 667"/>
                <a:gd name="T2" fmla="*/ 0 w 305"/>
                <a:gd name="T3" fmla="*/ 299 h 667"/>
                <a:gd name="T4" fmla="*/ 0 w 305"/>
                <a:gd name="T5" fmla="*/ 186 h 667"/>
                <a:gd name="T6" fmla="*/ 57 w 305"/>
                <a:gd name="T7" fmla="*/ 186 h 667"/>
                <a:gd name="T8" fmla="*/ 57 w 305"/>
                <a:gd name="T9" fmla="*/ 155 h 667"/>
                <a:gd name="T10" fmla="*/ 96 w 305"/>
                <a:gd name="T11" fmla="*/ 38 h 667"/>
                <a:gd name="T12" fmla="*/ 208 w 305"/>
                <a:gd name="T13" fmla="*/ 0 h 667"/>
                <a:gd name="T14" fmla="*/ 305 w 305"/>
                <a:gd name="T15" fmla="*/ 13 h 667"/>
                <a:gd name="T16" fmla="*/ 305 w 305"/>
                <a:gd name="T17" fmla="*/ 127 h 667"/>
                <a:gd name="T18" fmla="*/ 243 w 305"/>
                <a:gd name="T19" fmla="*/ 115 h 667"/>
                <a:gd name="T20" fmla="*/ 193 w 305"/>
                <a:gd name="T21" fmla="*/ 168 h 667"/>
                <a:gd name="T22" fmla="*/ 193 w 305"/>
                <a:gd name="T23" fmla="*/ 187 h 667"/>
                <a:gd name="T24" fmla="*/ 305 w 305"/>
                <a:gd name="T25" fmla="*/ 187 h 667"/>
                <a:gd name="T26" fmla="*/ 305 w 305"/>
                <a:gd name="T27" fmla="*/ 299 h 667"/>
                <a:gd name="T28" fmla="*/ 195 w 305"/>
                <a:gd name="T29" fmla="*/ 299 h 667"/>
                <a:gd name="T30" fmla="*/ 195 w 305"/>
                <a:gd name="T31" fmla="*/ 667 h 667"/>
                <a:gd name="T32" fmla="*/ 57 w 305"/>
                <a:gd name="T33" fmla="*/ 667 h 667"/>
                <a:gd name="T34" fmla="*/ 57 w 305"/>
                <a:gd name="T35" fmla="*/ 299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5" h="667">
                  <a:moveTo>
                    <a:pt x="57" y="299"/>
                  </a:moveTo>
                  <a:cubicBezTo>
                    <a:pt x="0" y="299"/>
                    <a:pt x="0" y="299"/>
                    <a:pt x="0" y="299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57" y="186"/>
                    <a:pt x="57" y="186"/>
                    <a:pt x="57" y="186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7" y="102"/>
                    <a:pt x="71" y="63"/>
                    <a:pt x="96" y="38"/>
                  </a:cubicBezTo>
                  <a:cubicBezTo>
                    <a:pt x="122" y="12"/>
                    <a:pt x="159" y="0"/>
                    <a:pt x="208" y="0"/>
                  </a:cubicBezTo>
                  <a:cubicBezTo>
                    <a:pt x="251" y="0"/>
                    <a:pt x="280" y="5"/>
                    <a:pt x="305" y="13"/>
                  </a:cubicBezTo>
                  <a:cubicBezTo>
                    <a:pt x="305" y="127"/>
                    <a:pt x="305" y="127"/>
                    <a:pt x="305" y="127"/>
                  </a:cubicBezTo>
                  <a:cubicBezTo>
                    <a:pt x="286" y="120"/>
                    <a:pt x="267" y="115"/>
                    <a:pt x="243" y="115"/>
                  </a:cubicBezTo>
                  <a:cubicBezTo>
                    <a:pt x="211" y="115"/>
                    <a:pt x="193" y="132"/>
                    <a:pt x="193" y="168"/>
                  </a:cubicBezTo>
                  <a:cubicBezTo>
                    <a:pt x="193" y="187"/>
                    <a:pt x="193" y="187"/>
                    <a:pt x="193" y="187"/>
                  </a:cubicBezTo>
                  <a:cubicBezTo>
                    <a:pt x="305" y="187"/>
                    <a:pt x="305" y="187"/>
                    <a:pt x="305" y="187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195" y="299"/>
                    <a:pt x="195" y="299"/>
                    <a:pt x="195" y="299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57" y="667"/>
                    <a:pt x="57" y="667"/>
                    <a:pt x="57" y="667"/>
                  </a:cubicBezTo>
                  <a:lnTo>
                    <a:pt x="57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3" name="Freeform 23"/>
            <p:cNvSpPr>
              <a:spLocks noEditPoints="1"/>
            </p:cNvSpPr>
            <p:nvPr userDrawn="1"/>
          </p:nvSpPr>
          <p:spPr bwMode="auto">
            <a:xfrm>
              <a:off x="6137497" y="1333086"/>
              <a:ext cx="228289" cy="219867"/>
            </a:xfrm>
            <a:custGeom>
              <a:avLst/>
              <a:gdLst>
                <a:gd name="T0" fmla="*/ 0 w 525"/>
                <a:gd name="T1" fmla="*/ 255 h 506"/>
                <a:gd name="T2" fmla="*/ 0 w 525"/>
                <a:gd name="T3" fmla="*/ 253 h 506"/>
                <a:gd name="T4" fmla="*/ 263 w 525"/>
                <a:gd name="T5" fmla="*/ 0 h 506"/>
                <a:gd name="T6" fmla="*/ 525 w 525"/>
                <a:gd name="T7" fmla="*/ 251 h 506"/>
                <a:gd name="T8" fmla="*/ 525 w 525"/>
                <a:gd name="T9" fmla="*/ 253 h 506"/>
                <a:gd name="T10" fmla="*/ 261 w 525"/>
                <a:gd name="T11" fmla="*/ 506 h 506"/>
                <a:gd name="T12" fmla="*/ 0 w 525"/>
                <a:gd name="T13" fmla="*/ 255 h 506"/>
                <a:gd name="T14" fmla="*/ 389 w 525"/>
                <a:gd name="T15" fmla="*/ 255 h 506"/>
                <a:gd name="T16" fmla="*/ 389 w 525"/>
                <a:gd name="T17" fmla="*/ 253 h 506"/>
                <a:gd name="T18" fmla="*/ 261 w 525"/>
                <a:gd name="T19" fmla="*/ 119 h 506"/>
                <a:gd name="T20" fmla="*/ 135 w 525"/>
                <a:gd name="T21" fmla="*/ 251 h 506"/>
                <a:gd name="T22" fmla="*/ 135 w 525"/>
                <a:gd name="T23" fmla="*/ 253 h 506"/>
                <a:gd name="T24" fmla="*/ 263 w 525"/>
                <a:gd name="T25" fmla="*/ 387 h 506"/>
                <a:gd name="T26" fmla="*/ 389 w 525"/>
                <a:gd name="T27" fmla="*/ 25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6">
                  <a:moveTo>
                    <a:pt x="0" y="255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12" y="0"/>
                    <a:pt x="263" y="0"/>
                  </a:cubicBezTo>
                  <a:cubicBezTo>
                    <a:pt x="413" y="0"/>
                    <a:pt x="525" y="112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2" y="506"/>
                    <a:pt x="261" y="506"/>
                  </a:cubicBezTo>
                  <a:cubicBezTo>
                    <a:pt x="111" y="506"/>
                    <a:pt x="0" y="394"/>
                    <a:pt x="0" y="255"/>
                  </a:cubicBezTo>
                  <a:close/>
                  <a:moveTo>
                    <a:pt x="389" y="255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2"/>
                    <a:pt x="337" y="119"/>
                    <a:pt x="261" y="119"/>
                  </a:cubicBezTo>
                  <a:cubicBezTo>
                    <a:pt x="183" y="119"/>
                    <a:pt x="135" y="180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5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4" name="Freeform 24"/>
            <p:cNvSpPr/>
            <p:nvPr userDrawn="1"/>
          </p:nvSpPr>
          <p:spPr bwMode="auto">
            <a:xfrm>
              <a:off x="6379084" y="1331756"/>
              <a:ext cx="127665" cy="216764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0 h 498"/>
                <a:gd name="T6" fmla="*/ 293 w 293"/>
                <a:gd name="T7" fmla="*/ 3 h 498"/>
                <a:gd name="T8" fmla="*/ 293 w 293"/>
                <a:gd name="T9" fmla="*/ 147 h 498"/>
                <a:gd name="T10" fmla="*/ 286 w 293"/>
                <a:gd name="T11" fmla="*/ 147 h 498"/>
                <a:gd name="T12" fmla="*/ 138 w 293"/>
                <a:gd name="T13" fmla="*/ 318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66" y="43"/>
                    <a:pt x="211" y="0"/>
                    <a:pt x="293" y="3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86" y="147"/>
                    <a:pt x="286" y="147"/>
                    <a:pt x="286" y="147"/>
                  </a:cubicBezTo>
                  <a:cubicBezTo>
                    <a:pt x="194" y="147"/>
                    <a:pt x="138" y="203"/>
                    <a:pt x="138" y="318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5" name="Freeform 25"/>
            <p:cNvSpPr>
              <a:spLocks noEditPoints="1"/>
            </p:cNvSpPr>
            <p:nvPr userDrawn="1"/>
          </p:nvSpPr>
          <p:spPr bwMode="auto">
            <a:xfrm>
              <a:off x="6582993" y="1334859"/>
              <a:ext cx="194157" cy="217207"/>
            </a:xfrm>
            <a:custGeom>
              <a:avLst/>
              <a:gdLst>
                <a:gd name="T0" fmla="*/ 0 w 446"/>
                <a:gd name="T1" fmla="*/ 351 h 500"/>
                <a:gd name="T2" fmla="*/ 0 w 446"/>
                <a:gd name="T3" fmla="*/ 349 h 500"/>
                <a:gd name="T4" fmla="*/ 195 w 446"/>
                <a:gd name="T5" fmla="*/ 195 h 500"/>
                <a:gd name="T6" fmla="*/ 314 w 446"/>
                <a:gd name="T7" fmla="*/ 215 h 500"/>
                <a:gd name="T8" fmla="*/ 314 w 446"/>
                <a:gd name="T9" fmla="*/ 206 h 500"/>
                <a:gd name="T10" fmla="*/ 210 w 446"/>
                <a:gd name="T11" fmla="*/ 118 h 500"/>
                <a:gd name="T12" fmla="*/ 76 w 446"/>
                <a:gd name="T13" fmla="*/ 144 h 500"/>
                <a:gd name="T14" fmla="*/ 42 w 446"/>
                <a:gd name="T15" fmla="*/ 39 h 500"/>
                <a:gd name="T16" fmla="*/ 230 w 446"/>
                <a:gd name="T17" fmla="*/ 0 h 500"/>
                <a:gd name="T18" fmla="*/ 394 w 446"/>
                <a:gd name="T19" fmla="*/ 54 h 500"/>
                <a:gd name="T20" fmla="*/ 446 w 446"/>
                <a:gd name="T21" fmla="*/ 209 h 500"/>
                <a:gd name="T22" fmla="*/ 446 w 446"/>
                <a:gd name="T23" fmla="*/ 491 h 500"/>
                <a:gd name="T24" fmla="*/ 313 w 446"/>
                <a:gd name="T25" fmla="*/ 491 h 500"/>
                <a:gd name="T26" fmla="*/ 313 w 446"/>
                <a:gd name="T27" fmla="*/ 438 h 500"/>
                <a:gd name="T28" fmla="*/ 167 w 446"/>
                <a:gd name="T29" fmla="*/ 500 h 500"/>
                <a:gd name="T30" fmla="*/ 0 w 446"/>
                <a:gd name="T31" fmla="*/ 351 h 500"/>
                <a:gd name="T32" fmla="*/ 316 w 446"/>
                <a:gd name="T33" fmla="*/ 320 h 500"/>
                <a:gd name="T34" fmla="*/ 316 w 446"/>
                <a:gd name="T35" fmla="*/ 295 h 500"/>
                <a:gd name="T36" fmla="*/ 228 w 446"/>
                <a:gd name="T37" fmla="*/ 277 h 500"/>
                <a:gd name="T38" fmla="*/ 133 w 446"/>
                <a:gd name="T39" fmla="*/ 344 h 500"/>
                <a:gd name="T40" fmla="*/ 133 w 446"/>
                <a:gd name="T41" fmla="*/ 346 h 500"/>
                <a:gd name="T42" fmla="*/ 208 w 446"/>
                <a:gd name="T43" fmla="*/ 405 h 500"/>
                <a:gd name="T44" fmla="*/ 316 w 446"/>
                <a:gd name="T45" fmla="*/ 32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500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4"/>
                    <a:pt x="81" y="195"/>
                    <a:pt x="195" y="195"/>
                  </a:cubicBezTo>
                  <a:cubicBezTo>
                    <a:pt x="244" y="195"/>
                    <a:pt x="280" y="203"/>
                    <a:pt x="314" y="215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8"/>
                    <a:pt x="210" y="118"/>
                  </a:cubicBezTo>
                  <a:cubicBezTo>
                    <a:pt x="157" y="118"/>
                    <a:pt x="120" y="128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8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1"/>
                    <a:pt x="446" y="144"/>
                    <a:pt x="446" y="209"/>
                  </a:cubicBezTo>
                  <a:cubicBezTo>
                    <a:pt x="446" y="491"/>
                    <a:pt x="446" y="491"/>
                    <a:pt x="446" y="491"/>
                  </a:cubicBezTo>
                  <a:cubicBezTo>
                    <a:pt x="313" y="491"/>
                    <a:pt x="313" y="491"/>
                    <a:pt x="313" y="491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4" y="500"/>
                    <a:pt x="167" y="500"/>
                  </a:cubicBezTo>
                  <a:cubicBezTo>
                    <a:pt x="75" y="500"/>
                    <a:pt x="0" y="447"/>
                    <a:pt x="0" y="351"/>
                  </a:cubicBezTo>
                  <a:close/>
                  <a:moveTo>
                    <a:pt x="316" y="320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1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5"/>
                    <a:pt x="208" y="405"/>
                  </a:cubicBezTo>
                  <a:cubicBezTo>
                    <a:pt x="272" y="405"/>
                    <a:pt x="316" y="369"/>
                    <a:pt x="316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6" name="Rectangle 26"/>
            <p:cNvSpPr>
              <a:spLocks noChangeArrowheads="1"/>
            </p:cNvSpPr>
            <p:nvPr userDrawn="1"/>
          </p:nvSpPr>
          <p:spPr bwMode="auto">
            <a:xfrm>
              <a:off x="6801973" y="1260831"/>
              <a:ext cx="59843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7" name="Rectangle 27"/>
            <p:cNvSpPr>
              <a:spLocks noChangeArrowheads="1"/>
            </p:cNvSpPr>
            <p:nvPr userDrawn="1"/>
          </p:nvSpPr>
          <p:spPr bwMode="auto">
            <a:xfrm>
              <a:off x="6886639" y="1260831"/>
              <a:ext cx="59399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11556231" y="767096"/>
            <a:ext cx="634181" cy="1898696"/>
            <a:chOff x="11556230" y="767096"/>
            <a:chExt cx="634181" cy="1898696"/>
          </a:xfrm>
        </p:grpSpPr>
        <p:sp>
          <p:nvSpPr>
            <p:cNvPr id="77" name="Rectangle 28"/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grpSp>
          <p:nvGrpSpPr>
            <p:cNvPr id="78" name="Group 77"/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/>
              <p:cNvSpPr/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0" name="Freeform 30"/>
              <p:cNvSpPr/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1" name="Freeform 31"/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2" name="Freeform 32"/>
              <p:cNvSpPr/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3" name="Freeform 33"/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4" name="Freeform 34"/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</p:grpSp>
      </p:grpSp>
    </p:spTree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9390325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/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/>
              <p:cNvSpPr/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3" name="Freeform 6"/>
              <p:cNvSpPr/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4" name="Freeform 7"/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5" name="Freeform 8"/>
              <p:cNvSpPr/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6" name="Freeform 9"/>
              <p:cNvSpPr/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7" name="Freeform 10"/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8" name="Freeform 11"/>
              <p:cNvSpPr/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9" name="Freeform 12"/>
              <p:cNvSpPr/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0" name="Freeform 13"/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1" name="Freeform 14"/>
              <p:cNvSpPr/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2" name="Freeform 15"/>
              <p:cNvSpPr/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3" name="Freeform 16"/>
              <p:cNvSpPr/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4" name="Freeform 17"/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5" name="Rectangle 18"/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6" name="Freeform 19"/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7" name="Freeform 20"/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8" name="Freeform 21"/>
              <p:cNvSpPr/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9" name="Freeform 22"/>
              <p:cNvSpPr/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0" name="Freeform 23"/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1" name="Freeform 24"/>
              <p:cNvSpPr/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2" name="Freeform 25"/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3" name="Rectangle 26"/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4" name="Rectangle 27"/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</p:grpSp>
        <p:sp>
          <p:nvSpPr>
            <p:cNvPr id="64" name="Rectangle 28"/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grpSp>
          <p:nvGrpSpPr>
            <p:cNvPr id="65" name="Group 64"/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/>
              <p:cNvSpPr/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67" name="Freeform 30"/>
              <p:cNvSpPr/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68" name="Freeform 31"/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69" name="Freeform 32"/>
              <p:cNvSpPr/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0" name="Freeform 33"/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1" name="Freeform 34"/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</p:grpSp>
      </p:grpSp>
      <p:grpSp>
        <p:nvGrpSpPr>
          <p:cNvPr id="42" name="Group 41"/>
          <p:cNvGrpSpPr/>
          <p:nvPr userDrawn="1"/>
        </p:nvGrpSpPr>
        <p:grpSpPr>
          <a:xfrm>
            <a:off x="1538947" y="3561909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44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45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53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54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55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56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</p:spTree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endParaRPr lang="en-US" sz="1000">
              <a:solidFill>
                <a:srgbClr val="939598"/>
              </a:solidFill>
              <a:cs typeface="Arial" panose="020B0604020202020204" pitchFamily="34" charset="0"/>
            </a:endParaRPr>
          </a:p>
        </p:txBody>
      </p:sp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274320"/>
            <a:ext cx="11073384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7930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48699" y="6395718"/>
            <a:ext cx="443301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sz="1000">
              <a:solidFill>
                <a:srgbClr val="939598"/>
              </a:solidFill>
              <a:cs typeface="Arial" panose="020B0604020202020204" pitchFamily="34" charset="0"/>
            </a:endParaRP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274320"/>
            <a:ext cx="11073384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7930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356" y="423410"/>
            <a:ext cx="200587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2" tIns="45696" rIns="91392" bIns="45696" numCol="1" anchor="t" anchorCtr="0" compatLnSpc="1"/>
          <a:lstStyle/>
          <a:p>
            <a:endParaRPr lang="en-US" sz="180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179577"/>
            <a:ext cx="11073384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8965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175" indent="-15621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4625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sz="1000">
              <a:solidFill>
                <a:srgbClr val="939598"/>
              </a:solidFill>
              <a:cs typeface="Arial" panose="020B0604020202020204" pitchFamily="34" charset="0"/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te with Header">
  <p:cSld name="Slate with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912066" y="836091"/>
            <a:ext cx="5182367" cy="86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Poppins"/>
              <a:buNone/>
              <a:defRPr sz="373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9pPr>
          </a:lstStyle>
          <a:p/>
        </p:txBody>
      </p:sp>
      <p:sp>
        <p:nvSpPr>
          <p:cNvPr id="2" name="Slide Number Placeholder 4"/>
          <p:cNvSpPr txBox="1"/>
          <p:nvPr userDrawn="1"/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600" smtClean="0"/>
            </a:fld>
            <a:endParaRPr lang="en-US" sz="1600"/>
          </a:p>
        </p:txBody>
      </p:sp>
    </p:spTree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Subtitle 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591056"/>
            <a:ext cx="11073384" cy="479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784" y="914400"/>
            <a:ext cx="11073384" cy="29260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274320"/>
            <a:ext cx="11073384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6" name="Footer Placeholder 61"/>
          <p:cNvSpPr>
            <a:spLocks noGrp="1"/>
          </p:cNvSpPr>
          <p:nvPr>
            <p:ph type="ftr" sz="quarter" idx="11"/>
          </p:nvPr>
        </p:nvSpPr>
        <p:spPr>
          <a:xfrm>
            <a:off x="548640" y="6473952"/>
            <a:ext cx="3860800" cy="153888"/>
          </a:xfrm>
        </p:spPr>
        <p:txBody>
          <a:bodyPr lIns="0"/>
          <a:lstStyle>
            <a:lvl1pPr>
              <a:defRPr cap="none">
                <a:solidFill>
                  <a:schemeClr val="tx1"/>
                </a:solidFill>
              </a:defRPr>
            </a:lvl1pPr>
          </a:lstStyle>
          <a:p>
            <a:endParaRPr lang="en-US" sz="1000">
              <a:cs typeface="Arial" panose="020B0604020202020204" pitchFamily="34" charset="0"/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0C358-E3D5-454C-8B29-5E2E56FCA529}" type="slidenum">
              <a:rPr lang="en-US" smtClean="0"/>
            </a:fld>
            <a:endParaRPr lang="en-US"/>
          </a:p>
        </p:txBody>
      </p:sp>
      <p:sp>
        <p:nvSpPr>
          <p:cNvPr id="5" name="Slide Number Placeholder 4"/>
          <p:cNvSpPr txBox="1"/>
          <p:nvPr userDrawn="1"/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600" smtClean="0"/>
            </a:fld>
            <a:endParaRPr lang="en-US" sz="1600"/>
          </a:p>
        </p:txBody>
      </p:sp>
    </p:spTree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2" y="365129"/>
            <a:ext cx="10512862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/>
          <a:srcRect l="32043" t="11491" r="5965" b="53451"/>
          <a:stretch>
            <a:fillRect/>
          </a:stretch>
        </p:blipFill>
        <p:spPr>
          <a:xfrm rot="16200000" flipH="1">
            <a:off x="2665416" y="-2665411"/>
            <a:ext cx="6858001" cy="12188824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3" y="-1"/>
            <a:ext cx="12188825" cy="6858000"/>
          </a:xfrm>
          <a:prstGeom prst="rect">
            <a:avLst/>
          </a:prstGeom>
          <a:solidFill>
            <a:srgbClr val="471B48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688" tIns="182688" rIns="182688" bIns="182688" rtlCol="0" anchor="t"/>
          <a:lstStyle/>
          <a:p>
            <a:pPr algn="l"/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6" name="Slide Number Placeholder 4"/>
          <p:cNvSpPr txBox="1"/>
          <p:nvPr userDrawn="1"/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600" smtClean="0"/>
            </a:fld>
            <a:endParaRPr lang="en-US" sz="16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_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16200000">
            <a:off x="2665415" y="-2665413"/>
            <a:ext cx="6857999" cy="12188826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554339" y="6421482"/>
            <a:ext cx="734356" cy="245008"/>
            <a:chOff x="547688" y="952500"/>
            <a:chExt cx="12190413" cy="4067175"/>
          </a:xfrm>
        </p:grpSpPr>
        <p:sp>
          <p:nvSpPr>
            <p:cNvPr id="10" name="Rectangle 9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5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6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5400000">
            <a:off x="2663827" y="-2663826"/>
            <a:ext cx="6857999" cy="12185652"/>
          </a:xfrm>
          <a:prstGeom prst="rect">
            <a:avLst/>
          </a:prstGeom>
        </p:spPr>
      </p:pic>
      <p:grpSp>
        <p:nvGrpSpPr>
          <p:cNvPr id="4" name="Group 3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5" name="Rectangle 4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7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8" name="Freeform 10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9" name="Freeform 11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  <p:sp>
        <p:nvSpPr>
          <p:cNvPr id="23" name="TextBox 22"/>
          <p:cNvSpPr txBox="1"/>
          <p:nvPr userDrawn="1"/>
        </p:nvSpPr>
        <p:spPr>
          <a:xfrm>
            <a:off x="1548575" y="6499131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Slide Number Placeholder 4"/>
          <p:cNvSpPr txBox="1"/>
          <p:nvPr userDrawn="1"/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600" smtClean="0"/>
            </a:fld>
            <a:endParaRPr lang="en-US" sz="1600"/>
          </a:p>
        </p:txBody>
      </p:sp>
    </p:spTree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with Subtitle Cont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88825" cy="6858000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343" y="6421482"/>
            <a:ext cx="734356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6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729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7295" algn="l"/>
              </a:tabLst>
              <a:defRPr lang="en-US" sz="3195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1470792"/>
            <a:ext cx="3859795" cy="1958208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</a:fld>
            <a:endParaRPr lang="en-US"/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444" y="3429000"/>
            <a:ext cx="3396738" cy="1354160"/>
          </a:xfrm>
        </p:spPr>
        <p:txBody>
          <a:bodyPr anchor="t">
            <a:noAutofit/>
          </a:bodyPr>
          <a:lstStyle>
            <a:lvl1pPr marL="0" indent="0">
              <a:buNone/>
              <a:defRPr sz="1800"/>
            </a:lvl1pPr>
            <a:lvl2pPr marL="609600" indent="0">
              <a:buNone/>
              <a:defRPr sz="1600"/>
            </a:lvl2pPr>
            <a:lvl3pPr marL="1218565" indent="0">
              <a:buNone/>
              <a:defRPr sz="1600"/>
            </a:lvl3pPr>
            <a:lvl4pPr marL="1828165" indent="0">
              <a:buNone/>
              <a:defRPr sz="1600"/>
            </a:lvl4pPr>
            <a:lvl5pPr marL="2437130" indent="0">
              <a:buNone/>
              <a:defRPr sz="1600"/>
            </a:lvl5pPr>
          </a:lstStyle>
          <a:p>
            <a:pPr lvl="0"/>
            <a:r>
              <a:rPr lang="en-US"/>
              <a:t>Insert your desired text here.</a:t>
            </a:r>
            <a:endParaRPr lang="en-PH"/>
          </a:p>
        </p:txBody>
      </p:sp>
    </p:spTree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41"/>
            <a:ext cx="5484971" cy="1138137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</a:fld>
            <a:endParaRPr lang="en-US"/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443" y="1412776"/>
            <a:ext cx="6061034" cy="936104"/>
          </a:xfrm>
        </p:spPr>
        <p:txBody>
          <a:bodyPr anchor="t">
            <a:noAutofit/>
          </a:bodyPr>
          <a:lstStyle>
            <a:lvl1pPr marL="0" indent="0">
              <a:buNone/>
              <a:defRPr sz="1800"/>
            </a:lvl1pPr>
            <a:lvl2pPr marL="609600" indent="0">
              <a:buNone/>
              <a:defRPr sz="1600"/>
            </a:lvl2pPr>
            <a:lvl3pPr marL="1218565" indent="0">
              <a:buNone/>
              <a:defRPr sz="1600"/>
            </a:lvl3pPr>
            <a:lvl4pPr marL="1828165" indent="0">
              <a:buNone/>
              <a:defRPr sz="1600"/>
            </a:lvl4pPr>
            <a:lvl5pPr marL="2437130" indent="0">
              <a:buNone/>
              <a:defRPr sz="1600"/>
            </a:lvl5pPr>
          </a:lstStyle>
          <a:p>
            <a:pPr lvl="0"/>
            <a:r>
              <a:rPr lang="en-US"/>
              <a:t>Insert your desired text here.</a:t>
            </a:r>
            <a:endParaRPr lang="en-PH"/>
          </a:p>
        </p:txBody>
      </p:sp>
    </p:spTree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C795D-498C-4BCA-A0C6-19037E6BBB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FAE5-78E4-4FA0-90BA-F7D82B0F86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61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  <a:endParaRPr lang="en-US"/>
          </a:p>
        </p:txBody>
      </p:sp>
      <p:grpSp>
        <p:nvGrpSpPr>
          <p:cNvPr id="14" name="Group 13"/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9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0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22" name="Freeform 5"/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en-US" sz="1800"/>
          </a:p>
        </p:txBody>
      </p:sp>
    </p:spTree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61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  <a:endParaRPr lang="en-US"/>
          </a:p>
        </p:txBody>
      </p:sp>
      <p:grpSp>
        <p:nvGrpSpPr>
          <p:cNvPr id="14" name="Group 13"/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9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0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22" name="Freeform 5"/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en-US" sz="1800"/>
          </a:p>
        </p:txBody>
      </p:sp>
    </p:spTree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3"/>
            <a:ext cx="9912096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51"/>
            <a:ext cx="9912096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1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3"/>
            <a:ext cx="99212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51"/>
            <a:ext cx="99212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1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4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4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1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create chart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/>
          <p:cNvGrpSpPr/>
          <p:nvPr userDrawn="1"/>
        </p:nvGrpSpPr>
        <p:grpSpPr>
          <a:xfrm>
            <a:off x="1538947" y="3561909"/>
            <a:ext cx="7851377" cy="1769127"/>
            <a:chOff x="541049" y="2649538"/>
            <a:chExt cx="9285724" cy="2092325"/>
          </a:xfrm>
          <a:solidFill>
            <a:srgbClr val="E1251B"/>
          </a:solidFill>
        </p:grpSpPr>
        <p:sp>
          <p:nvSpPr>
            <p:cNvPr id="167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8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9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0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1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2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3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grpSp>
        <p:nvGrpSpPr>
          <p:cNvPr id="76" name="Group 75"/>
          <p:cNvGrpSpPr/>
          <p:nvPr userDrawn="1"/>
        </p:nvGrpSpPr>
        <p:grpSpPr>
          <a:xfrm>
            <a:off x="9390325" y="936748"/>
            <a:ext cx="1965963" cy="1042086"/>
            <a:chOff x="4988072" y="501936"/>
            <a:chExt cx="1978802" cy="1051017"/>
          </a:xfrm>
          <a:solidFill>
            <a:srgbClr val="E1251B"/>
          </a:solidFill>
        </p:grpSpPr>
        <p:sp>
          <p:nvSpPr>
            <p:cNvPr id="85" name="Freeform 5"/>
            <p:cNvSpPr/>
            <p:nvPr userDrawn="1"/>
          </p:nvSpPr>
          <p:spPr bwMode="auto">
            <a:xfrm>
              <a:off x="5559016" y="501936"/>
              <a:ext cx="218094" cy="282813"/>
            </a:xfrm>
            <a:custGeom>
              <a:avLst/>
              <a:gdLst>
                <a:gd name="T0" fmla="*/ 0 w 502"/>
                <a:gd name="T1" fmla="*/ 550 h 651"/>
                <a:gd name="T2" fmla="*/ 83 w 502"/>
                <a:gd name="T3" fmla="*/ 451 h 651"/>
                <a:gd name="T4" fmla="*/ 272 w 502"/>
                <a:gd name="T5" fmla="*/ 528 h 651"/>
                <a:gd name="T6" fmla="*/ 363 w 502"/>
                <a:gd name="T7" fmla="*/ 469 h 651"/>
                <a:gd name="T8" fmla="*/ 363 w 502"/>
                <a:gd name="T9" fmla="*/ 467 h 651"/>
                <a:gd name="T10" fmla="*/ 236 w 502"/>
                <a:gd name="T11" fmla="*/ 386 h 651"/>
                <a:gd name="T12" fmla="*/ 26 w 502"/>
                <a:gd name="T13" fmla="*/ 192 h 651"/>
                <a:gd name="T14" fmla="*/ 26 w 502"/>
                <a:gd name="T15" fmla="*/ 191 h 651"/>
                <a:gd name="T16" fmla="*/ 247 w 502"/>
                <a:gd name="T17" fmla="*/ 0 h 651"/>
                <a:gd name="T18" fmla="*/ 483 w 502"/>
                <a:gd name="T19" fmla="*/ 80 h 651"/>
                <a:gd name="T20" fmla="*/ 410 w 502"/>
                <a:gd name="T21" fmla="*/ 185 h 651"/>
                <a:gd name="T22" fmla="*/ 246 w 502"/>
                <a:gd name="T23" fmla="*/ 123 h 651"/>
                <a:gd name="T24" fmla="*/ 164 w 502"/>
                <a:gd name="T25" fmla="*/ 178 h 651"/>
                <a:gd name="T26" fmla="*/ 164 w 502"/>
                <a:gd name="T27" fmla="*/ 180 h 651"/>
                <a:gd name="T28" fmla="*/ 301 w 502"/>
                <a:gd name="T29" fmla="*/ 263 h 651"/>
                <a:gd name="T30" fmla="*/ 502 w 502"/>
                <a:gd name="T31" fmla="*/ 453 h 651"/>
                <a:gd name="T32" fmla="*/ 502 w 502"/>
                <a:gd name="T33" fmla="*/ 455 h 651"/>
                <a:gd name="T34" fmla="*/ 269 w 502"/>
                <a:gd name="T35" fmla="*/ 651 h 651"/>
                <a:gd name="T36" fmla="*/ 0 w 502"/>
                <a:gd name="T37" fmla="*/ 55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2" h="651">
                  <a:moveTo>
                    <a:pt x="0" y="550"/>
                  </a:moveTo>
                  <a:cubicBezTo>
                    <a:pt x="83" y="451"/>
                    <a:pt x="83" y="451"/>
                    <a:pt x="83" y="451"/>
                  </a:cubicBezTo>
                  <a:cubicBezTo>
                    <a:pt x="140" y="498"/>
                    <a:pt x="200" y="528"/>
                    <a:pt x="272" y="528"/>
                  </a:cubicBezTo>
                  <a:cubicBezTo>
                    <a:pt x="329" y="528"/>
                    <a:pt x="363" y="506"/>
                    <a:pt x="363" y="469"/>
                  </a:cubicBezTo>
                  <a:cubicBezTo>
                    <a:pt x="363" y="467"/>
                    <a:pt x="363" y="467"/>
                    <a:pt x="363" y="467"/>
                  </a:cubicBezTo>
                  <a:cubicBezTo>
                    <a:pt x="363" y="431"/>
                    <a:pt x="342" y="413"/>
                    <a:pt x="236" y="386"/>
                  </a:cubicBezTo>
                  <a:cubicBezTo>
                    <a:pt x="108" y="354"/>
                    <a:pt x="26" y="318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76"/>
                    <a:pt x="118" y="0"/>
                    <a:pt x="247" y="0"/>
                  </a:cubicBezTo>
                  <a:cubicBezTo>
                    <a:pt x="340" y="0"/>
                    <a:pt x="419" y="29"/>
                    <a:pt x="483" y="80"/>
                  </a:cubicBezTo>
                  <a:cubicBezTo>
                    <a:pt x="410" y="185"/>
                    <a:pt x="410" y="185"/>
                    <a:pt x="410" y="185"/>
                  </a:cubicBezTo>
                  <a:cubicBezTo>
                    <a:pt x="354" y="146"/>
                    <a:pt x="299" y="123"/>
                    <a:pt x="246" y="123"/>
                  </a:cubicBezTo>
                  <a:cubicBezTo>
                    <a:pt x="192" y="123"/>
                    <a:pt x="164" y="147"/>
                    <a:pt x="164" y="178"/>
                  </a:cubicBezTo>
                  <a:cubicBezTo>
                    <a:pt x="164" y="180"/>
                    <a:pt x="164" y="180"/>
                    <a:pt x="164" y="180"/>
                  </a:cubicBezTo>
                  <a:cubicBezTo>
                    <a:pt x="164" y="221"/>
                    <a:pt x="191" y="235"/>
                    <a:pt x="301" y="263"/>
                  </a:cubicBezTo>
                  <a:cubicBezTo>
                    <a:pt x="429" y="297"/>
                    <a:pt x="502" y="343"/>
                    <a:pt x="502" y="453"/>
                  </a:cubicBezTo>
                  <a:cubicBezTo>
                    <a:pt x="502" y="455"/>
                    <a:pt x="502" y="455"/>
                    <a:pt x="502" y="455"/>
                  </a:cubicBezTo>
                  <a:cubicBezTo>
                    <a:pt x="502" y="581"/>
                    <a:pt x="406" y="651"/>
                    <a:pt x="269" y="651"/>
                  </a:cubicBezTo>
                  <a:cubicBezTo>
                    <a:pt x="173" y="651"/>
                    <a:pt x="76" y="618"/>
                    <a:pt x="0" y="5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6" name="Freeform 6"/>
            <p:cNvSpPr/>
            <p:nvPr userDrawn="1"/>
          </p:nvSpPr>
          <p:spPr bwMode="auto">
            <a:xfrm>
              <a:off x="5791295" y="566212"/>
              <a:ext cx="322264" cy="214547"/>
            </a:xfrm>
            <a:custGeom>
              <a:avLst/>
              <a:gdLst>
                <a:gd name="T0" fmla="*/ 0 w 741"/>
                <a:gd name="T1" fmla="*/ 9 h 494"/>
                <a:gd name="T2" fmla="*/ 138 w 741"/>
                <a:gd name="T3" fmla="*/ 9 h 494"/>
                <a:gd name="T4" fmla="*/ 138 w 741"/>
                <a:gd name="T5" fmla="*/ 78 h 494"/>
                <a:gd name="T6" fmla="*/ 281 w 741"/>
                <a:gd name="T7" fmla="*/ 0 h 494"/>
                <a:gd name="T8" fmla="*/ 418 w 741"/>
                <a:gd name="T9" fmla="*/ 77 h 494"/>
                <a:gd name="T10" fmla="*/ 577 w 741"/>
                <a:gd name="T11" fmla="*/ 0 h 494"/>
                <a:gd name="T12" fmla="*/ 741 w 741"/>
                <a:gd name="T13" fmla="*/ 178 h 494"/>
                <a:gd name="T14" fmla="*/ 741 w 741"/>
                <a:gd name="T15" fmla="*/ 494 h 494"/>
                <a:gd name="T16" fmla="*/ 603 w 741"/>
                <a:gd name="T17" fmla="*/ 494 h 494"/>
                <a:gd name="T18" fmla="*/ 603 w 741"/>
                <a:gd name="T19" fmla="*/ 224 h 494"/>
                <a:gd name="T20" fmla="*/ 523 w 741"/>
                <a:gd name="T21" fmla="*/ 125 h 494"/>
                <a:gd name="T22" fmla="*/ 439 w 741"/>
                <a:gd name="T23" fmla="*/ 224 h 494"/>
                <a:gd name="T24" fmla="*/ 439 w 741"/>
                <a:gd name="T25" fmla="*/ 494 h 494"/>
                <a:gd name="T26" fmla="*/ 302 w 741"/>
                <a:gd name="T27" fmla="*/ 494 h 494"/>
                <a:gd name="T28" fmla="*/ 302 w 741"/>
                <a:gd name="T29" fmla="*/ 224 h 494"/>
                <a:gd name="T30" fmla="*/ 221 w 741"/>
                <a:gd name="T31" fmla="*/ 125 h 494"/>
                <a:gd name="T32" fmla="*/ 138 w 741"/>
                <a:gd name="T33" fmla="*/ 224 h 494"/>
                <a:gd name="T34" fmla="*/ 138 w 741"/>
                <a:gd name="T35" fmla="*/ 494 h 494"/>
                <a:gd name="T36" fmla="*/ 0 w 741"/>
                <a:gd name="T37" fmla="*/ 494 h 494"/>
                <a:gd name="T38" fmla="*/ 0 w 741"/>
                <a:gd name="T39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41" h="494">
                  <a:moveTo>
                    <a:pt x="0" y="9"/>
                  </a:moveTo>
                  <a:cubicBezTo>
                    <a:pt x="138" y="9"/>
                    <a:pt x="138" y="9"/>
                    <a:pt x="138" y="9"/>
                  </a:cubicBezTo>
                  <a:cubicBezTo>
                    <a:pt x="138" y="78"/>
                    <a:pt x="138" y="78"/>
                    <a:pt x="138" y="78"/>
                  </a:cubicBezTo>
                  <a:cubicBezTo>
                    <a:pt x="170" y="37"/>
                    <a:pt x="211" y="0"/>
                    <a:pt x="281" y="0"/>
                  </a:cubicBezTo>
                  <a:cubicBezTo>
                    <a:pt x="344" y="0"/>
                    <a:pt x="392" y="28"/>
                    <a:pt x="418" y="77"/>
                  </a:cubicBezTo>
                  <a:cubicBezTo>
                    <a:pt x="460" y="27"/>
                    <a:pt x="511" y="0"/>
                    <a:pt x="577" y="0"/>
                  </a:cubicBezTo>
                  <a:cubicBezTo>
                    <a:pt x="679" y="0"/>
                    <a:pt x="741" y="62"/>
                    <a:pt x="741" y="178"/>
                  </a:cubicBezTo>
                  <a:cubicBezTo>
                    <a:pt x="741" y="494"/>
                    <a:pt x="741" y="494"/>
                    <a:pt x="741" y="494"/>
                  </a:cubicBezTo>
                  <a:cubicBezTo>
                    <a:pt x="603" y="494"/>
                    <a:pt x="603" y="494"/>
                    <a:pt x="603" y="494"/>
                  </a:cubicBezTo>
                  <a:cubicBezTo>
                    <a:pt x="603" y="224"/>
                    <a:pt x="603" y="224"/>
                    <a:pt x="603" y="224"/>
                  </a:cubicBezTo>
                  <a:cubicBezTo>
                    <a:pt x="603" y="159"/>
                    <a:pt x="574" y="125"/>
                    <a:pt x="523" y="125"/>
                  </a:cubicBezTo>
                  <a:cubicBezTo>
                    <a:pt x="471" y="125"/>
                    <a:pt x="439" y="159"/>
                    <a:pt x="439" y="224"/>
                  </a:cubicBezTo>
                  <a:cubicBezTo>
                    <a:pt x="439" y="494"/>
                    <a:pt x="439" y="494"/>
                    <a:pt x="439" y="494"/>
                  </a:cubicBezTo>
                  <a:cubicBezTo>
                    <a:pt x="302" y="494"/>
                    <a:pt x="302" y="494"/>
                    <a:pt x="302" y="49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159"/>
                    <a:pt x="273" y="125"/>
                    <a:pt x="221" y="125"/>
                  </a:cubicBezTo>
                  <a:cubicBezTo>
                    <a:pt x="170" y="125"/>
                    <a:pt x="138" y="159"/>
                    <a:pt x="138" y="224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7" name="Freeform 7"/>
            <p:cNvSpPr>
              <a:spLocks noEditPoints="1"/>
            </p:cNvSpPr>
            <p:nvPr userDrawn="1"/>
          </p:nvSpPr>
          <p:spPr bwMode="auto">
            <a:xfrm>
              <a:off x="6125971" y="567985"/>
              <a:ext cx="193713" cy="216764"/>
            </a:xfrm>
            <a:custGeom>
              <a:avLst/>
              <a:gdLst>
                <a:gd name="T0" fmla="*/ 0 w 446"/>
                <a:gd name="T1" fmla="*/ 351 h 499"/>
                <a:gd name="T2" fmla="*/ 0 w 446"/>
                <a:gd name="T3" fmla="*/ 349 h 499"/>
                <a:gd name="T4" fmla="*/ 195 w 446"/>
                <a:gd name="T5" fmla="*/ 194 h 499"/>
                <a:gd name="T6" fmla="*/ 314 w 446"/>
                <a:gd name="T7" fmla="*/ 214 h 499"/>
                <a:gd name="T8" fmla="*/ 314 w 446"/>
                <a:gd name="T9" fmla="*/ 206 h 499"/>
                <a:gd name="T10" fmla="*/ 210 w 446"/>
                <a:gd name="T11" fmla="*/ 117 h 499"/>
                <a:gd name="T12" fmla="*/ 76 w 446"/>
                <a:gd name="T13" fmla="*/ 144 h 499"/>
                <a:gd name="T14" fmla="*/ 42 w 446"/>
                <a:gd name="T15" fmla="*/ 39 h 499"/>
                <a:gd name="T16" fmla="*/ 230 w 446"/>
                <a:gd name="T17" fmla="*/ 0 h 499"/>
                <a:gd name="T18" fmla="*/ 394 w 446"/>
                <a:gd name="T19" fmla="*/ 54 h 499"/>
                <a:gd name="T20" fmla="*/ 446 w 446"/>
                <a:gd name="T21" fmla="*/ 209 h 499"/>
                <a:gd name="T22" fmla="*/ 446 w 446"/>
                <a:gd name="T23" fmla="*/ 490 h 499"/>
                <a:gd name="T24" fmla="*/ 313 w 446"/>
                <a:gd name="T25" fmla="*/ 490 h 499"/>
                <a:gd name="T26" fmla="*/ 313 w 446"/>
                <a:gd name="T27" fmla="*/ 438 h 499"/>
                <a:gd name="T28" fmla="*/ 166 w 446"/>
                <a:gd name="T29" fmla="*/ 499 h 499"/>
                <a:gd name="T30" fmla="*/ 0 w 446"/>
                <a:gd name="T31" fmla="*/ 351 h 499"/>
                <a:gd name="T32" fmla="*/ 316 w 446"/>
                <a:gd name="T33" fmla="*/ 319 h 499"/>
                <a:gd name="T34" fmla="*/ 316 w 446"/>
                <a:gd name="T35" fmla="*/ 295 h 499"/>
                <a:gd name="T36" fmla="*/ 228 w 446"/>
                <a:gd name="T37" fmla="*/ 277 h 499"/>
                <a:gd name="T38" fmla="*/ 133 w 446"/>
                <a:gd name="T39" fmla="*/ 344 h 499"/>
                <a:gd name="T40" fmla="*/ 133 w 446"/>
                <a:gd name="T41" fmla="*/ 346 h 499"/>
                <a:gd name="T42" fmla="*/ 208 w 446"/>
                <a:gd name="T43" fmla="*/ 404 h 499"/>
                <a:gd name="T44" fmla="*/ 316 w 446"/>
                <a:gd name="T45" fmla="*/ 31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499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3"/>
                    <a:pt x="80" y="194"/>
                    <a:pt x="195" y="194"/>
                  </a:cubicBezTo>
                  <a:cubicBezTo>
                    <a:pt x="244" y="194"/>
                    <a:pt x="280" y="202"/>
                    <a:pt x="314" y="214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7"/>
                    <a:pt x="210" y="117"/>
                  </a:cubicBezTo>
                  <a:cubicBezTo>
                    <a:pt x="157" y="117"/>
                    <a:pt x="120" y="127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7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0"/>
                    <a:pt x="446" y="144"/>
                    <a:pt x="446" y="209"/>
                  </a:cubicBezTo>
                  <a:cubicBezTo>
                    <a:pt x="446" y="490"/>
                    <a:pt x="446" y="490"/>
                    <a:pt x="446" y="490"/>
                  </a:cubicBezTo>
                  <a:cubicBezTo>
                    <a:pt x="313" y="490"/>
                    <a:pt x="313" y="490"/>
                    <a:pt x="313" y="490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3" y="499"/>
                    <a:pt x="166" y="499"/>
                  </a:cubicBezTo>
                  <a:cubicBezTo>
                    <a:pt x="75" y="499"/>
                    <a:pt x="0" y="447"/>
                    <a:pt x="0" y="351"/>
                  </a:cubicBezTo>
                  <a:close/>
                  <a:moveTo>
                    <a:pt x="316" y="319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0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4"/>
                    <a:pt x="208" y="404"/>
                  </a:cubicBezTo>
                  <a:cubicBezTo>
                    <a:pt x="272" y="404"/>
                    <a:pt x="316" y="369"/>
                    <a:pt x="316" y="3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8" name="Freeform 8"/>
            <p:cNvSpPr/>
            <p:nvPr userDrawn="1"/>
          </p:nvSpPr>
          <p:spPr bwMode="auto">
            <a:xfrm>
              <a:off x="6336529" y="564438"/>
              <a:ext cx="127665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9" name="Freeform 9"/>
            <p:cNvSpPr/>
            <p:nvPr userDrawn="1"/>
          </p:nvSpPr>
          <p:spPr bwMode="auto">
            <a:xfrm>
              <a:off x="6475719" y="516121"/>
              <a:ext cx="134757" cy="268184"/>
            </a:xfrm>
            <a:custGeom>
              <a:avLst/>
              <a:gdLst>
                <a:gd name="T0" fmla="*/ 58 w 310"/>
                <a:gd name="T1" fmla="*/ 472 h 617"/>
                <a:gd name="T2" fmla="*/ 58 w 310"/>
                <a:gd name="T3" fmla="*/ 242 h 617"/>
                <a:gd name="T4" fmla="*/ 0 w 310"/>
                <a:gd name="T5" fmla="*/ 242 h 617"/>
                <a:gd name="T6" fmla="*/ 0 w 310"/>
                <a:gd name="T7" fmla="*/ 124 h 617"/>
                <a:gd name="T8" fmla="*/ 58 w 310"/>
                <a:gd name="T9" fmla="*/ 124 h 617"/>
                <a:gd name="T10" fmla="*/ 58 w 310"/>
                <a:gd name="T11" fmla="*/ 0 h 617"/>
                <a:gd name="T12" fmla="*/ 196 w 310"/>
                <a:gd name="T13" fmla="*/ 0 h 617"/>
                <a:gd name="T14" fmla="*/ 196 w 310"/>
                <a:gd name="T15" fmla="*/ 124 h 617"/>
                <a:gd name="T16" fmla="*/ 310 w 310"/>
                <a:gd name="T17" fmla="*/ 124 h 617"/>
                <a:gd name="T18" fmla="*/ 310 w 310"/>
                <a:gd name="T19" fmla="*/ 242 h 617"/>
                <a:gd name="T20" fmla="*/ 196 w 310"/>
                <a:gd name="T21" fmla="*/ 242 h 617"/>
                <a:gd name="T22" fmla="*/ 196 w 310"/>
                <a:gd name="T23" fmla="*/ 449 h 617"/>
                <a:gd name="T24" fmla="*/ 240 w 310"/>
                <a:gd name="T25" fmla="*/ 496 h 617"/>
                <a:gd name="T26" fmla="*/ 308 w 310"/>
                <a:gd name="T27" fmla="*/ 479 h 617"/>
                <a:gd name="T28" fmla="*/ 308 w 310"/>
                <a:gd name="T29" fmla="*/ 589 h 617"/>
                <a:gd name="T30" fmla="*/ 199 w 310"/>
                <a:gd name="T31" fmla="*/ 617 h 617"/>
                <a:gd name="T32" fmla="*/ 58 w 310"/>
                <a:gd name="T33" fmla="*/ 47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7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6" y="242"/>
                    <a:pt x="196" y="242"/>
                    <a:pt x="196" y="242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89"/>
                    <a:pt x="308" y="589"/>
                    <a:pt x="308" y="589"/>
                  </a:cubicBezTo>
                  <a:cubicBezTo>
                    <a:pt x="279" y="607"/>
                    <a:pt x="245" y="617"/>
                    <a:pt x="199" y="617"/>
                  </a:cubicBezTo>
                  <a:cubicBezTo>
                    <a:pt x="115" y="617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0" name="Freeform 10"/>
            <p:cNvSpPr>
              <a:spLocks noEditPoints="1"/>
            </p:cNvSpPr>
            <p:nvPr userDrawn="1"/>
          </p:nvSpPr>
          <p:spPr bwMode="auto">
            <a:xfrm>
              <a:off x="6618455" y="566212"/>
              <a:ext cx="207012" cy="219424"/>
            </a:xfrm>
            <a:custGeom>
              <a:avLst/>
              <a:gdLst>
                <a:gd name="T0" fmla="*/ 0 w 476"/>
                <a:gd name="T1" fmla="*/ 254 h 505"/>
                <a:gd name="T2" fmla="*/ 0 w 476"/>
                <a:gd name="T3" fmla="*/ 253 h 505"/>
                <a:gd name="T4" fmla="*/ 240 w 476"/>
                <a:gd name="T5" fmla="*/ 0 h 505"/>
                <a:gd name="T6" fmla="*/ 476 w 476"/>
                <a:gd name="T7" fmla="*/ 263 h 505"/>
                <a:gd name="T8" fmla="*/ 475 w 476"/>
                <a:gd name="T9" fmla="*/ 300 h 505"/>
                <a:gd name="T10" fmla="*/ 137 w 476"/>
                <a:gd name="T11" fmla="*/ 300 h 505"/>
                <a:gd name="T12" fmla="*/ 256 w 476"/>
                <a:gd name="T13" fmla="*/ 395 h 505"/>
                <a:gd name="T14" fmla="*/ 373 w 476"/>
                <a:gd name="T15" fmla="*/ 345 h 505"/>
                <a:gd name="T16" fmla="*/ 452 w 476"/>
                <a:gd name="T17" fmla="*/ 415 h 505"/>
                <a:gd name="T18" fmla="*/ 254 w 476"/>
                <a:gd name="T19" fmla="*/ 505 h 505"/>
                <a:gd name="T20" fmla="*/ 0 w 476"/>
                <a:gd name="T21" fmla="*/ 254 h 505"/>
                <a:gd name="T22" fmla="*/ 342 w 476"/>
                <a:gd name="T23" fmla="*/ 214 h 505"/>
                <a:gd name="T24" fmla="*/ 240 w 476"/>
                <a:gd name="T25" fmla="*/ 111 h 505"/>
                <a:gd name="T26" fmla="*/ 135 w 476"/>
                <a:gd name="T27" fmla="*/ 214 h 505"/>
                <a:gd name="T28" fmla="*/ 342 w 476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6" y="126"/>
                    <a:pt x="476" y="263"/>
                  </a:cubicBezTo>
                  <a:cubicBezTo>
                    <a:pt x="476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2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2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1" name="Freeform 11"/>
            <p:cNvSpPr/>
            <p:nvPr userDrawn="1"/>
          </p:nvSpPr>
          <p:spPr bwMode="auto">
            <a:xfrm>
              <a:off x="6837879" y="564438"/>
              <a:ext cx="127221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2" name="Freeform 12"/>
            <p:cNvSpPr/>
            <p:nvPr userDrawn="1"/>
          </p:nvSpPr>
          <p:spPr bwMode="auto">
            <a:xfrm>
              <a:off x="4988072" y="888476"/>
              <a:ext cx="134757" cy="268628"/>
            </a:xfrm>
            <a:custGeom>
              <a:avLst/>
              <a:gdLst>
                <a:gd name="T0" fmla="*/ 58 w 310"/>
                <a:gd name="T1" fmla="*/ 472 h 618"/>
                <a:gd name="T2" fmla="*/ 58 w 310"/>
                <a:gd name="T3" fmla="*/ 242 h 618"/>
                <a:gd name="T4" fmla="*/ 0 w 310"/>
                <a:gd name="T5" fmla="*/ 242 h 618"/>
                <a:gd name="T6" fmla="*/ 0 w 310"/>
                <a:gd name="T7" fmla="*/ 124 h 618"/>
                <a:gd name="T8" fmla="*/ 58 w 310"/>
                <a:gd name="T9" fmla="*/ 124 h 618"/>
                <a:gd name="T10" fmla="*/ 58 w 310"/>
                <a:gd name="T11" fmla="*/ 0 h 618"/>
                <a:gd name="T12" fmla="*/ 195 w 310"/>
                <a:gd name="T13" fmla="*/ 0 h 618"/>
                <a:gd name="T14" fmla="*/ 195 w 310"/>
                <a:gd name="T15" fmla="*/ 124 h 618"/>
                <a:gd name="T16" fmla="*/ 310 w 310"/>
                <a:gd name="T17" fmla="*/ 124 h 618"/>
                <a:gd name="T18" fmla="*/ 310 w 310"/>
                <a:gd name="T19" fmla="*/ 242 h 618"/>
                <a:gd name="T20" fmla="*/ 195 w 310"/>
                <a:gd name="T21" fmla="*/ 242 h 618"/>
                <a:gd name="T22" fmla="*/ 195 w 310"/>
                <a:gd name="T23" fmla="*/ 449 h 618"/>
                <a:gd name="T24" fmla="*/ 240 w 310"/>
                <a:gd name="T25" fmla="*/ 496 h 618"/>
                <a:gd name="T26" fmla="*/ 308 w 310"/>
                <a:gd name="T27" fmla="*/ 479 h 618"/>
                <a:gd name="T28" fmla="*/ 308 w 310"/>
                <a:gd name="T29" fmla="*/ 590 h 618"/>
                <a:gd name="T30" fmla="*/ 199 w 310"/>
                <a:gd name="T31" fmla="*/ 618 h 618"/>
                <a:gd name="T32" fmla="*/ 58 w 310"/>
                <a:gd name="T33" fmla="*/ 472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8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5" y="242"/>
                    <a:pt x="195" y="242"/>
                    <a:pt x="195" y="242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90"/>
                    <a:pt x="308" y="590"/>
                    <a:pt x="308" y="590"/>
                  </a:cubicBezTo>
                  <a:cubicBezTo>
                    <a:pt x="279" y="607"/>
                    <a:pt x="245" y="618"/>
                    <a:pt x="199" y="618"/>
                  </a:cubicBezTo>
                  <a:cubicBezTo>
                    <a:pt x="115" y="618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3" name="Freeform 13"/>
            <p:cNvSpPr>
              <a:spLocks noEditPoints="1"/>
            </p:cNvSpPr>
            <p:nvPr userDrawn="1"/>
          </p:nvSpPr>
          <p:spPr bwMode="auto">
            <a:xfrm>
              <a:off x="5131251" y="938123"/>
              <a:ext cx="207455" cy="219867"/>
            </a:xfrm>
            <a:custGeom>
              <a:avLst/>
              <a:gdLst>
                <a:gd name="T0" fmla="*/ 0 w 477"/>
                <a:gd name="T1" fmla="*/ 254 h 505"/>
                <a:gd name="T2" fmla="*/ 0 w 477"/>
                <a:gd name="T3" fmla="*/ 253 h 505"/>
                <a:gd name="T4" fmla="*/ 240 w 477"/>
                <a:gd name="T5" fmla="*/ 0 h 505"/>
                <a:gd name="T6" fmla="*/ 477 w 477"/>
                <a:gd name="T7" fmla="*/ 263 h 505"/>
                <a:gd name="T8" fmla="*/ 475 w 477"/>
                <a:gd name="T9" fmla="*/ 300 h 505"/>
                <a:gd name="T10" fmla="*/ 137 w 477"/>
                <a:gd name="T11" fmla="*/ 300 h 505"/>
                <a:gd name="T12" fmla="*/ 256 w 477"/>
                <a:gd name="T13" fmla="*/ 395 h 505"/>
                <a:gd name="T14" fmla="*/ 373 w 477"/>
                <a:gd name="T15" fmla="*/ 345 h 505"/>
                <a:gd name="T16" fmla="*/ 452 w 477"/>
                <a:gd name="T17" fmla="*/ 415 h 505"/>
                <a:gd name="T18" fmla="*/ 254 w 477"/>
                <a:gd name="T19" fmla="*/ 505 h 505"/>
                <a:gd name="T20" fmla="*/ 0 w 477"/>
                <a:gd name="T21" fmla="*/ 254 h 505"/>
                <a:gd name="T22" fmla="*/ 343 w 477"/>
                <a:gd name="T23" fmla="*/ 214 h 505"/>
                <a:gd name="T24" fmla="*/ 240 w 477"/>
                <a:gd name="T25" fmla="*/ 111 h 505"/>
                <a:gd name="T26" fmla="*/ 135 w 477"/>
                <a:gd name="T27" fmla="*/ 214 h 505"/>
                <a:gd name="T28" fmla="*/ 343 w 477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7" y="126"/>
                    <a:pt x="477" y="263"/>
                  </a:cubicBezTo>
                  <a:cubicBezTo>
                    <a:pt x="477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3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3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4" name="Freeform 14"/>
            <p:cNvSpPr/>
            <p:nvPr userDrawn="1"/>
          </p:nvSpPr>
          <p:spPr bwMode="auto">
            <a:xfrm>
              <a:off x="5348015" y="938123"/>
              <a:ext cx="195486" cy="219867"/>
            </a:xfrm>
            <a:custGeom>
              <a:avLst/>
              <a:gdLst>
                <a:gd name="T0" fmla="*/ 0 w 450"/>
                <a:gd name="T1" fmla="*/ 254 h 505"/>
                <a:gd name="T2" fmla="*/ 0 w 450"/>
                <a:gd name="T3" fmla="*/ 253 h 505"/>
                <a:gd name="T4" fmla="*/ 254 w 450"/>
                <a:gd name="T5" fmla="*/ 0 h 505"/>
                <a:gd name="T6" fmla="*/ 448 w 450"/>
                <a:gd name="T7" fmla="*/ 82 h 505"/>
                <a:gd name="T8" fmla="*/ 363 w 450"/>
                <a:gd name="T9" fmla="*/ 172 h 505"/>
                <a:gd name="T10" fmla="*/ 253 w 450"/>
                <a:gd name="T11" fmla="*/ 119 h 505"/>
                <a:gd name="T12" fmla="*/ 135 w 450"/>
                <a:gd name="T13" fmla="*/ 251 h 505"/>
                <a:gd name="T14" fmla="*/ 135 w 450"/>
                <a:gd name="T15" fmla="*/ 253 h 505"/>
                <a:gd name="T16" fmla="*/ 258 w 450"/>
                <a:gd name="T17" fmla="*/ 387 h 505"/>
                <a:gd name="T18" fmla="*/ 370 w 450"/>
                <a:gd name="T19" fmla="*/ 335 h 505"/>
                <a:gd name="T20" fmla="*/ 450 w 450"/>
                <a:gd name="T21" fmla="*/ 416 h 505"/>
                <a:gd name="T22" fmla="*/ 252 w 450"/>
                <a:gd name="T23" fmla="*/ 505 h 505"/>
                <a:gd name="T24" fmla="*/ 0 w 450"/>
                <a:gd name="T25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0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06" y="0"/>
                    <a:pt x="254" y="0"/>
                  </a:cubicBezTo>
                  <a:cubicBezTo>
                    <a:pt x="345" y="0"/>
                    <a:pt x="402" y="31"/>
                    <a:pt x="448" y="82"/>
                  </a:cubicBezTo>
                  <a:cubicBezTo>
                    <a:pt x="363" y="172"/>
                    <a:pt x="363" y="172"/>
                    <a:pt x="363" y="172"/>
                  </a:cubicBezTo>
                  <a:cubicBezTo>
                    <a:pt x="333" y="139"/>
                    <a:pt x="302" y="119"/>
                    <a:pt x="253" y="119"/>
                  </a:cubicBezTo>
                  <a:cubicBezTo>
                    <a:pt x="184" y="119"/>
                    <a:pt x="135" y="179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7"/>
                    <a:pt x="183" y="387"/>
                    <a:pt x="258" y="387"/>
                  </a:cubicBezTo>
                  <a:cubicBezTo>
                    <a:pt x="305" y="387"/>
                    <a:pt x="336" y="367"/>
                    <a:pt x="370" y="335"/>
                  </a:cubicBezTo>
                  <a:cubicBezTo>
                    <a:pt x="450" y="416"/>
                    <a:pt x="450" y="416"/>
                    <a:pt x="450" y="416"/>
                  </a:cubicBezTo>
                  <a:cubicBezTo>
                    <a:pt x="403" y="468"/>
                    <a:pt x="349" y="505"/>
                    <a:pt x="252" y="505"/>
                  </a:cubicBezTo>
                  <a:cubicBezTo>
                    <a:pt x="106" y="505"/>
                    <a:pt x="0" y="393"/>
                    <a:pt x="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5" name="Freeform 15"/>
            <p:cNvSpPr/>
            <p:nvPr userDrawn="1"/>
          </p:nvSpPr>
          <p:spPr bwMode="auto">
            <a:xfrm>
              <a:off x="5553254" y="866312"/>
              <a:ext cx="193270" cy="286802"/>
            </a:xfrm>
            <a:custGeom>
              <a:avLst/>
              <a:gdLst>
                <a:gd name="T0" fmla="*/ 0 w 445"/>
                <a:gd name="T1" fmla="*/ 0 h 660"/>
                <a:gd name="T2" fmla="*/ 138 w 445"/>
                <a:gd name="T3" fmla="*/ 0 h 660"/>
                <a:gd name="T4" fmla="*/ 138 w 445"/>
                <a:gd name="T5" fmla="*/ 244 h 660"/>
                <a:gd name="T6" fmla="*/ 280 w 445"/>
                <a:gd name="T7" fmla="*/ 166 h 660"/>
                <a:gd name="T8" fmla="*/ 445 w 445"/>
                <a:gd name="T9" fmla="*/ 346 h 660"/>
                <a:gd name="T10" fmla="*/ 445 w 445"/>
                <a:gd name="T11" fmla="*/ 660 h 660"/>
                <a:gd name="T12" fmla="*/ 307 w 445"/>
                <a:gd name="T13" fmla="*/ 660 h 660"/>
                <a:gd name="T14" fmla="*/ 307 w 445"/>
                <a:gd name="T15" fmla="*/ 390 h 660"/>
                <a:gd name="T16" fmla="*/ 224 w 445"/>
                <a:gd name="T17" fmla="*/ 291 h 660"/>
                <a:gd name="T18" fmla="*/ 138 w 445"/>
                <a:gd name="T19" fmla="*/ 390 h 660"/>
                <a:gd name="T20" fmla="*/ 138 w 445"/>
                <a:gd name="T21" fmla="*/ 660 h 660"/>
                <a:gd name="T22" fmla="*/ 0 w 445"/>
                <a:gd name="T23" fmla="*/ 660 h 660"/>
                <a:gd name="T24" fmla="*/ 0 w 445"/>
                <a:gd name="T25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5" h="660">
                  <a:moveTo>
                    <a:pt x="0" y="0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138" y="244"/>
                    <a:pt x="138" y="244"/>
                    <a:pt x="138" y="244"/>
                  </a:cubicBezTo>
                  <a:cubicBezTo>
                    <a:pt x="169" y="203"/>
                    <a:pt x="210" y="166"/>
                    <a:pt x="280" y="166"/>
                  </a:cubicBezTo>
                  <a:cubicBezTo>
                    <a:pt x="384" y="166"/>
                    <a:pt x="445" y="235"/>
                    <a:pt x="445" y="346"/>
                  </a:cubicBezTo>
                  <a:cubicBezTo>
                    <a:pt x="445" y="660"/>
                    <a:pt x="445" y="660"/>
                    <a:pt x="445" y="660"/>
                  </a:cubicBezTo>
                  <a:cubicBezTo>
                    <a:pt x="307" y="660"/>
                    <a:pt x="307" y="660"/>
                    <a:pt x="307" y="66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24"/>
                    <a:pt x="276" y="291"/>
                    <a:pt x="224" y="291"/>
                  </a:cubicBezTo>
                  <a:cubicBezTo>
                    <a:pt x="171" y="291"/>
                    <a:pt x="138" y="324"/>
                    <a:pt x="138" y="390"/>
                  </a:cubicBezTo>
                  <a:cubicBezTo>
                    <a:pt x="138" y="660"/>
                    <a:pt x="138" y="660"/>
                    <a:pt x="138" y="660"/>
                  </a:cubicBezTo>
                  <a:cubicBezTo>
                    <a:pt x="0" y="660"/>
                    <a:pt x="0" y="660"/>
                    <a:pt x="0" y="66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6" name="Freeform 16"/>
            <p:cNvSpPr/>
            <p:nvPr userDrawn="1"/>
          </p:nvSpPr>
          <p:spPr bwMode="auto">
            <a:xfrm>
              <a:off x="5762039" y="938123"/>
              <a:ext cx="192827" cy="214991"/>
            </a:xfrm>
            <a:custGeom>
              <a:avLst/>
              <a:gdLst>
                <a:gd name="T0" fmla="*/ 0 w 444"/>
                <a:gd name="T1" fmla="*/ 9 h 494"/>
                <a:gd name="T2" fmla="*/ 137 w 444"/>
                <a:gd name="T3" fmla="*/ 9 h 494"/>
                <a:gd name="T4" fmla="*/ 137 w 444"/>
                <a:gd name="T5" fmla="*/ 78 h 494"/>
                <a:gd name="T6" fmla="*/ 279 w 444"/>
                <a:gd name="T7" fmla="*/ 0 h 494"/>
                <a:gd name="T8" fmla="*/ 444 w 444"/>
                <a:gd name="T9" fmla="*/ 180 h 494"/>
                <a:gd name="T10" fmla="*/ 444 w 444"/>
                <a:gd name="T11" fmla="*/ 494 h 494"/>
                <a:gd name="T12" fmla="*/ 306 w 444"/>
                <a:gd name="T13" fmla="*/ 494 h 494"/>
                <a:gd name="T14" fmla="*/ 306 w 444"/>
                <a:gd name="T15" fmla="*/ 224 h 494"/>
                <a:gd name="T16" fmla="*/ 223 w 444"/>
                <a:gd name="T17" fmla="*/ 125 h 494"/>
                <a:gd name="T18" fmla="*/ 137 w 444"/>
                <a:gd name="T19" fmla="*/ 224 h 494"/>
                <a:gd name="T20" fmla="*/ 137 w 444"/>
                <a:gd name="T21" fmla="*/ 494 h 494"/>
                <a:gd name="T22" fmla="*/ 0 w 444"/>
                <a:gd name="T23" fmla="*/ 494 h 494"/>
                <a:gd name="T24" fmla="*/ 0 w 444"/>
                <a:gd name="T25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4" h="494">
                  <a:moveTo>
                    <a:pt x="0" y="9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69" y="37"/>
                    <a:pt x="210" y="0"/>
                    <a:pt x="279" y="0"/>
                  </a:cubicBezTo>
                  <a:cubicBezTo>
                    <a:pt x="383" y="0"/>
                    <a:pt x="444" y="69"/>
                    <a:pt x="444" y="180"/>
                  </a:cubicBezTo>
                  <a:cubicBezTo>
                    <a:pt x="444" y="494"/>
                    <a:pt x="444" y="494"/>
                    <a:pt x="444" y="494"/>
                  </a:cubicBezTo>
                  <a:cubicBezTo>
                    <a:pt x="306" y="494"/>
                    <a:pt x="306" y="494"/>
                    <a:pt x="306" y="494"/>
                  </a:cubicBezTo>
                  <a:cubicBezTo>
                    <a:pt x="306" y="224"/>
                    <a:pt x="306" y="224"/>
                    <a:pt x="306" y="224"/>
                  </a:cubicBezTo>
                  <a:cubicBezTo>
                    <a:pt x="306" y="158"/>
                    <a:pt x="276" y="125"/>
                    <a:pt x="223" y="125"/>
                  </a:cubicBezTo>
                  <a:cubicBezTo>
                    <a:pt x="171" y="125"/>
                    <a:pt x="137" y="158"/>
                    <a:pt x="137" y="224"/>
                  </a:cubicBezTo>
                  <a:cubicBezTo>
                    <a:pt x="137" y="494"/>
                    <a:pt x="137" y="494"/>
                    <a:pt x="137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7" name="Freeform 17"/>
            <p:cNvSpPr>
              <a:spLocks noEditPoints="1"/>
            </p:cNvSpPr>
            <p:nvPr userDrawn="1"/>
          </p:nvSpPr>
          <p:spPr bwMode="auto">
            <a:xfrm>
              <a:off x="5967277" y="938123"/>
              <a:ext cx="228289" cy="219867"/>
            </a:xfrm>
            <a:custGeom>
              <a:avLst/>
              <a:gdLst>
                <a:gd name="T0" fmla="*/ 0 w 525"/>
                <a:gd name="T1" fmla="*/ 254 h 505"/>
                <a:gd name="T2" fmla="*/ 0 w 525"/>
                <a:gd name="T3" fmla="*/ 253 h 505"/>
                <a:gd name="T4" fmla="*/ 263 w 525"/>
                <a:gd name="T5" fmla="*/ 0 h 505"/>
                <a:gd name="T6" fmla="*/ 525 w 525"/>
                <a:gd name="T7" fmla="*/ 251 h 505"/>
                <a:gd name="T8" fmla="*/ 525 w 525"/>
                <a:gd name="T9" fmla="*/ 253 h 505"/>
                <a:gd name="T10" fmla="*/ 262 w 525"/>
                <a:gd name="T11" fmla="*/ 505 h 505"/>
                <a:gd name="T12" fmla="*/ 0 w 525"/>
                <a:gd name="T13" fmla="*/ 254 h 505"/>
                <a:gd name="T14" fmla="*/ 389 w 525"/>
                <a:gd name="T15" fmla="*/ 254 h 505"/>
                <a:gd name="T16" fmla="*/ 389 w 525"/>
                <a:gd name="T17" fmla="*/ 253 h 505"/>
                <a:gd name="T18" fmla="*/ 262 w 525"/>
                <a:gd name="T19" fmla="*/ 119 h 505"/>
                <a:gd name="T20" fmla="*/ 136 w 525"/>
                <a:gd name="T21" fmla="*/ 251 h 505"/>
                <a:gd name="T22" fmla="*/ 136 w 525"/>
                <a:gd name="T23" fmla="*/ 253 h 505"/>
                <a:gd name="T24" fmla="*/ 263 w 525"/>
                <a:gd name="T25" fmla="*/ 387 h 505"/>
                <a:gd name="T26" fmla="*/ 389 w 525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2" y="0"/>
                    <a:pt x="263" y="0"/>
                  </a:cubicBezTo>
                  <a:cubicBezTo>
                    <a:pt x="414" y="0"/>
                    <a:pt x="525" y="111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3" y="505"/>
                    <a:pt x="262" y="505"/>
                  </a:cubicBezTo>
                  <a:cubicBezTo>
                    <a:pt x="111" y="505"/>
                    <a:pt x="0" y="394"/>
                    <a:pt x="0" y="254"/>
                  </a:cubicBezTo>
                  <a:close/>
                  <a:moveTo>
                    <a:pt x="389" y="254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8" name="Rectangle 18"/>
            <p:cNvSpPr>
              <a:spLocks noChangeArrowheads="1"/>
            </p:cNvSpPr>
            <p:nvPr userDrawn="1"/>
          </p:nvSpPr>
          <p:spPr bwMode="auto">
            <a:xfrm>
              <a:off x="6207091" y="866312"/>
              <a:ext cx="59843" cy="28680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99" name="Freeform 19"/>
            <p:cNvSpPr>
              <a:spLocks noEditPoints="1"/>
            </p:cNvSpPr>
            <p:nvPr userDrawn="1"/>
          </p:nvSpPr>
          <p:spPr bwMode="auto">
            <a:xfrm>
              <a:off x="6278460" y="938123"/>
              <a:ext cx="228732" cy="219867"/>
            </a:xfrm>
            <a:custGeom>
              <a:avLst/>
              <a:gdLst>
                <a:gd name="T0" fmla="*/ 0 w 526"/>
                <a:gd name="T1" fmla="*/ 254 h 505"/>
                <a:gd name="T2" fmla="*/ 0 w 526"/>
                <a:gd name="T3" fmla="*/ 253 h 505"/>
                <a:gd name="T4" fmla="*/ 264 w 526"/>
                <a:gd name="T5" fmla="*/ 0 h 505"/>
                <a:gd name="T6" fmla="*/ 526 w 526"/>
                <a:gd name="T7" fmla="*/ 251 h 505"/>
                <a:gd name="T8" fmla="*/ 526 w 526"/>
                <a:gd name="T9" fmla="*/ 253 h 505"/>
                <a:gd name="T10" fmla="*/ 262 w 526"/>
                <a:gd name="T11" fmla="*/ 505 h 505"/>
                <a:gd name="T12" fmla="*/ 0 w 526"/>
                <a:gd name="T13" fmla="*/ 254 h 505"/>
                <a:gd name="T14" fmla="*/ 390 w 526"/>
                <a:gd name="T15" fmla="*/ 254 h 505"/>
                <a:gd name="T16" fmla="*/ 390 w 526"/>
                <a:gd name="T17" fmla="*/ 253 h 505"/>
                <a:gd name="T18" fmla="*/ 262 w 526"/>
                <a:gd name="T19" fmla="*/ 119 h 505"/>
                <a:gd name="T20" fmla="*/ 136 w 526"/>
                <a:gd name="T21" fmla="*/ 251 h 505"/>
                <a:gd name="T22" fmla="*/ 136 w 526"/>
                <a:gd name="T23" fmla="*/ 253 h 505"/>
                <a:gd name="T24" fmla="*/ 264 w 526"/>
                <a:gd name="T25" fmla="*/ 387 h 505"/>
                <a:gd name="T26" fmla="*/ 390 w 526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3" y="0"/>
                    <a:pt x="264" y="0"/>
                  </a:cubicBezTo>
                  <a:cubicBezTo>
                    <a:pt x="414" y="0"/>
                    <a:pt x="526" y="111"/>
                    <a:pt x="526" y="251"/>
                  </a:cubicBezTo>
                  <a:cubicBezTo>
                    <a:pt x="526" y="253"/>
                    <a:pt x="526" y="253"/>
                    <a:pt x="526" y="253"/>
                  </a:cubicBezTo>
                  <a:cubicBezTo>
                    <a:pt x="526" y="392"/>
                    <a:pt x="413" y="505"/>
                    <a:pt x="262" y="505"/>
                  </a:cubicBezTo>
                  <a:cubicBezTo>
                    <a:pt x="112" y="505"/>
                    <a:pt x="0" y="394"/>
                    <a:pt x="0" y="254"/>
                  </a:cubicBezTo>
                  <a:close/>
                  <a:moveTo>
                    <a:pt x="390" y="254"/>
                  </a:moveTo>
                  <a:cubicBezTo>
                    <a:pt x="390" y="253"/>
                    <a:pt x="390" y="253"/>
                    <a:pt x="390" y="253"/>
                  </a:cubicBezTo>
                  <a:cubicBezTo>
                    <a:pt x="390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8" y="387"/>
                    <a:pt x="264" y="387"/>
                  </a:cubicBezTo>
                  <a:cubicBezTo>
                    <a:pt x="343" y="387"/>
                    <a:pt x="390" y="326"/>
                    <a:pt x="39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0" name="Freeform 20"/>
            <p:cNvSpPr>
              <a:spLocks noEditPoints="1"/>
            </p:cNvSpPr>
            <p:nvPr userDrawn="1"/>
          </p:nvSpPr>
          <p:spPr bwMode="auto">
            <a:xfrm>
              <a:off x="6516057" y="938123"/>
              <a:ext cx="221197" cy="278823"/>
            </a:xfrm>
            <a:custGeom>
              <a:avLst/>
              <a:gdLst>
                <a:gd name="T0" fmla="*/ 24 w 509"/>
                <a:gd name="T1" fmla="*/ 590 h 641"/>
                <a:gd name="T2" fmla="*/ 71 w 509"/>
                <a:gd name="T3" fmla="*/ 487 h 641"/>
                <a:gd name="T4" fmla="*/ 235 w 509"/>
                <a:gd name="T5" fmla="*/ 531 h 641"/>
                <a:gd name="T6" fmla="*/ 373 w 509"/>
                <a:gd name="T7" fmla="*/ 399 h 641"/>
                <a:gd name="T8" fmla="*/ 373 w 509"/>
                <a:gd name="T9" fmla="*/ 376 h 641"/>
                <a:gd name="T10" fmla="*/ 215 w 509"/>
                <a:gd name="T11" fmla="*/ 454 h 641"/>
                <a:gd name="T12" fmla="*/ 0 w 509"/>
                <a:gd name="T13" fmla="*/ 228 h 641"/>
                <a:gd name="T14" fmla="*/ 0 w 509"/>
                <a:gd name="T15" fmla="*/ 226 h 641"/>
                <a:gd name="T16" fmla="*/ 215 w 509"/>
                <a:gd name="T17" fmla="*/ 0 h 641"/>
                <a:gd name="T18" fmla="*/ 372 w 509"/>
                <a:gd name="T19" fmla="*/ 72 h 641"/>
                <a:gd name="T20" fmla="*/ 372 w 509"/>
                <a:gd name="T21" fmla="*/ 9 h 641"/>
                <a:gd name="T22" fmla="*/ 509 w 509"/>
                <a:gd name="T23" fmla="*/ 9 h 641"/>
                <a:gd name="T24" fmla="*/ 509 w 509"/>
                <a:gd name="T25" fmla="*/ 385 h 641"/>
                <a:gd name="T26" fmla="*/ 448 w 509"/>
                <a:gd name="T27" fmla="*/ 576 h 641"/>
                <a:gd name="T28" fmla="*/ 239 w 509"/>
                <a:gd name="T29" fmla="*/ 641 h 641"/>
                <a:gd name="T30" fmla="*/ 24 w 509"/>
                <a:gd name="T31" fmla="*/ 590 h 641"/>
                <a:gd name="T32" fmla="*/ 373 w 509"/>
                <a:gd name="T33" fmla="*/ 228 h 641"/>
                <a:gd name="T34" fmla="*/ 373 w 509"/>
                <a:gd name="T35" fmla="*/ 226 h 641"/>
                <a:gd name="T36" fmla="*/ 255 w 509"/>
                <a:gd name="T37" fmla="*/ 114 h 641"/>
                <a:gd name="T38" fmla="*/ 137 w 509"/>
                <a:gd name="T39" fmla="*/ 226 h 641"/>
                <a:gd name="T40" fmla="*/ 137 w 509"/>
                <a:gd name="T41" fmla="*/ 228 h 641"/>
                <a:gd name="T42" fmla="*/ 255 w 509"/>
                <a:gd name="T43" fmla="*/ 340 h 641"/>
                <a:gd name="T44" fmla="*/ 373 w 509"/>
                <a:gd name="T45" fmla="*/ 228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9" h="641">
                  <a:moveTo>
                    <a:pt x="24" y="590"/>
                  </a:moveTo>
                  <a:cubicBezTo>
                    <a:pt x="71" y="487"/>
                    <a:pt x="71" y="487"/>
                    <a:pt x="71" y="487"/>
                  </a:cubicBezTo>
                  <a:cubicBezTo>
                    <a:pt x="121" y="515"/>
                    <a:pt x="171" y="531"/>
                    <a:pt x="235" y="531"/>
                  </a:cubicBezTo>
                  <a:cubicBezTo>
                    <a:pt x="329" y="531"/>
                    <a:pt x="373" y="486"/>
                    <a:pt x="373" y="399"/>
                  </a:cubicBezTo>
                  <a:cubicBezTo>
                    <a:pt x="373" y="376"/>
                    <a:pt x="373" y="376"/>
                    <a:pt x="373" y="376"/>
                  </a:cubicBezTo>
                  <a:cubicBezTo>
                    <a:pt x="333" y="425"/>
                    <a:pt x="288" y="454"/>
                    <a:pt x="215" y="454"/>
                  </a:cubicBezTo>
                  <a:cubicBezTo>
                    <a:pt x="102" y="454"/>
                    <a:pt x="0" y="372"/>
                    <a:pt x="0" y="228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82"/>
                    <a:pt x="104" y="0"/>
                    <a:pt x="215" y="0"/>
                  </a:cubicBezTo>
                  <a:cubicBezTo>
                    <a:pt x="290" y="0"/>
                    <a:pt x="334" y="32"/>
                    <a:pt x="372" y="72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509" y="9"/>
                    <a:pt x="509" y="9"/>
                    <a:pt x="509" y="9"/>
                  </a:cubicBezTo>
                  <a:cubicBezTo>
                    <a:pt x="509" y="385"/>
                    <a:pt x="509" y="385"/>
                    <a:pt x="509" y="385"/>
                  </a:cubicBezTo>
                  <a:cubicBezTo>
                    <a:pt x="509" y="472"/>
                    <a:pt x="488" y="535"/>
                    <a:pt x="448" y="576"/>
                  </a:cubicBezTo>
                  <a:cubicBezTo>
                    <a:pt x="402" y="621"/>
                    <a:pt x="333" y="641"/>
                    <a:pt x="239" y="641"/>
                  </a:cubicBezTo>
                  <a:cubicBezTo>
                    <a:pt x="160" y="641"/>
                    <a:pt x="86" y="623"/>
                    <a:pt x="24" y="590"/>
                  </a:cubicBezTo>
                  <a:close/>
                  <a:moveTo>
                    <a:pt x="373" y="228"/>
                  </a:moveTo>
                  <a:cubicBezTo>
                    <a:pt x="373" y="226"/>
                    <a:pt x="373" y="226"/>
                    <a:pt x="373" y="226"/>
                  </a:cubicBezTo>
                  <a:cubicBezTo>
                    <a:pt x="373" y="160"/>
                    <a:pt x="322" y="114"/>
                    <a:pt x="255" y="114"/>
                  </a:cubicBezTo>
                  <a:cubicBezTo>
                    <a:pt x="188" y="114"/>
                    <a:pt x="137" y="160"/>
                    <a:pt x="137" y="226"/>
                  </a:cubicBezTo>
                  <a:cubicBezTo>
                    <a:pt x="137" y="228"/>
                    <a:pt x="137" y="228"/>
                    <a:pt x="137" y="228"/>
                  </a:cubicBezTo>
                  <a:cubicBezTo>
                    <a:pt x="137" y="295"/>
                    <a:pt x="188" y="340"/>
                    <a:pt x="255" y="340"/>
                  </a:cubicBezTo>
                  <a:cubicBezTo>
                    <a:pt x="322" y="340"/>
                    <a:pt x="373" y="294"/>
                    <a:pt x="373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1" name="Freeform 21"/>
            <p:cNvSpPr/>
            <p:nvPr userDrawn="1"/>
          </p:nvSpPr>
          <p:spPr bwMode="auto">
            <a:xfrm>
              <a:off x="6747450" y="942113"/>
              <a:ext cx="219424" cy="275277"/>
            </a:xfrm>
            <a:custGeom>
              <a:avLst/>
              <a:gdLst>
                <a:gd name="T0" fmla="*/ 362 w 505"/>
                <a:gd name="T1" fmla="*/ 0 h 633"/>
                <a:gd name="T2" fmla="*/ 505 w 505"/>
                <a:gd name="T3" fmla="*/ 0 h 633"/>
                <a:gd name="T4" fmla="*/ 319 w 505"/>
                <a:gd name="T5" fmla="*/ 497 h 633"/>
                <a:gd name="T6" fmla="*/ 159 w 505"/>
                <a:gd name="T7" fmla="*/ 633 h 633"/>
                <a:gd name="T8" fmla="*/ 37 w 505"/>
                <a:gd name="T9" fmla="*/ 599 h 633"/>
                <a:gd name="T10" fmla="*/ 83 w 505"/>
                <a:gd name="T11" fmla="*/ 500 h 633"/>
                <a:gd name="T12" fmla="*/ 142 w 505"/>
                <a:gd name="T13" fmla="*/ 519 h 633"/>
                <a:gd name="T14" fmla="*/ 190 w 505"/>
                <a:gd name="T15" fmla="*/ 487 h 633"/>
                <a:gd name="T16" fmla="*/ 0 w 505"/>
                <a:gd name="T17" fmla="*/ 0 h 633"/>
                <a:gd name="T18" fmla="*/ 146 w 505"/>
                <a:gd name="T19" fmla="*/ 0 h 633"/>
                <a:gd name="T20" fmla="*/ 256 w 505"/>
                <a:gd name="T21" fmla="*/ 331 h 633"/>
                <a:gd name="T22" fmla="*/ 362 w 505"/>
                <a:gd name="T23" fmla="*/ 0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05" h="633">
                  <a:moveTo>
                    <a:pt x="362" y="0"/>
                  </a:moveTo>
                  <a:cubicBezTo>
                    <a:pt x="505" y="0"/>
                    <a:pt x="505" y="0"/>
                    <a:pt x="505" y="0"/>
                  </a:cubicBezTo>
                  <a:cubicBezTo>
                    <a:pt x="319" y="497"/>
                    <a:pt x="319" y="497"/>
                    <a:pt x="319" y="497"/>
                  </a:cubicBezTo>
                  <a:cubicBezTo>
                    <a:pt x="282" y="596"/>
                    <a:pt x="242" y="633"/>
                    <a:pt x="159" y="633"/>
                  </a:cubicBezTo>
                  <a:cubicBezTo>
                    <a:pt x="110" y="633"/>
                    <a:pt x="73" y="620"/>
                    <a:pt x="37" y="599"/>
                  </a:cubicBezTo>
                  <a:cubicBezTo>
                    <a:pt x="83" y="500"/>
                    <a:pt x="83" y="500"/>
                    <a:pt x="83" y="500"/>
                  </a:cubicBezTo>
                  <a:cubicBezTo>
                    <a:pt x="101" y="511"/>
                    <a:pt x="124" y="519"/>
                    <a:pt x="142" y="519"/>
                  </a:cubicBezTo>
                  <a:cubicBezTo>
                    <a:pt x="166" y="519"/>
                    <a:pt x="178" y="512"/>
                    <a:pt x="190" y="48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256" y="331"/>
                    <a:pt x="256" y="331"/>
                    <a:pt x="256" y="331"/>
                  </a:cubicBezTo>
                  <a:lnTo>
                    <a:pt x="3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2" name="Freeform 22"/>
            <p:cNvSpPr/>
            <p:nvPr userDrawn="1"/>
          </p:nvSpPr>
          <p:spPr bwMode="auto">
            <a:xfrm>
              <a:off x="6005842" y="1258171"/>
              <a:ext cx="132541" cy="290348"/>
            </a:xfrm>
            <a:custGeom>
              <a:avLst/>
              <a:gdLst>
                <a:gd name="T0" fmla="*/ 57 w 305"/>
                <a:gd name="T1" fmla="*/ 299 h 667"/>
                <a:gd name="T2" fmla="*/ 0 w 305"/>
                <a:gd name="T3" fmla="*/ 299 h 667"/>
                <a:gd name="T4" fmla="*/ 0 w 305"/>
                <a:gd name="T5" fmla="*/ 186 h 667"/>
                <a:gd name="T6" fmla="*/ 57 w 305"/>
                <a:gd name="T7" fmla="*/ 186 h 667"/>
                <a:gd name="T8" fmla="*/ 57 w 305"/>
                <a:gd name="T9" fmla="*/ 155 h 667"/>
                <a:gd name="T10" fmla="*/ 96 w 305"/>
                <a:gd name="T11" fmla="*/ 38 h 667"/>
                <a:gd name="T12" fmla="*/ 208 w 305"/>
                <a:gd name="T13" fmla="*/ 0 h 667"/>
                <a:gd name="T14" fmla="*/ 305 w 305"/>
                <a:gd name="T15" fmla="*/ 13 h 667"/>
                <a:gd name="T16" fmla="*/ 305 w 305"/>
                <a:gd name="T17" fmla="*/ 127 h 667"/>
                <a:gd name="T18" fmla="*/ 243 w 305"/>
                <a:gd name="T19" fmla="*/ 115 h 667"/>
                <a:gd name="T20" fmla="*/ 193 w 305"/>
                <a:gd name="T21" fmla="*/ 168 h 667"/>
                <a:gd name="T22" fmla="*/ 193 w 305"/>
                <a:gd name="T23" fmla="*/ 187 h 667"/>
                <a:gd name="T24" fmla="*/ 305 w 305"/>
                <a:gd name="T25" fmla="*/ 187 h 667"/>
                <a:gd name="T26" fmla="*/ 305 w 305"/>
                <a:gd name="T27" fmla="*/ 299 h 667"/>
                <a:gd name="T28" fmla="*/ 195 w 305"/>
                <a:gd name="T29" fmla="*/ 299 h 667"/>
                <a:gd name="T30" fmla="*/ 195 w 305"/>
                <a:gd name="T31" fmla="*/ 667 h 667"/>
                <a:gd name="T32" fmla="*/ 57 w 305"/>
                <a:gd name="T33" fmla="*/ 667 h 667"/>
                <a:gd name="T34" fmla="*/ 57 w 305"/>
                <a:gd name="T35" fmla="*/ 299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5" h="667">
                  <a:moveTo>
                    <a:pt x="57" y="299"/>
                  </a:moveTo>
                  <a:cubicBezTo>
                    <a:pt x="0" y="299"/>
                    <a:pt x="0" y="299"/>
                    <a:pt x="0" y="299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57" y="186"/>
                    <a:pt x="57" y="186"/>
                    <a:pt x="57" y="186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7" y="102"/>
                    <a:pt x="71" y="63"/>
                    <a:pt x="96" y="38"/>
                  </a:cubicBezTo>
                  <a:cubicBezTo>
                    <a:pt x="122" y="12"/>
                    <a:pt x="159" y="0"/>
                    <a:pt x="208" y="0"/>
                  </a:cubicBezTo>
                  <a:cubicBezTo>
                    <a:pt x="251" y="0"/>
                    <a:pt x="280" y="5"/>
                    <a:pt x="305" y="13"/>
                  </a:cubicBezTo>
                  <a:cubicBezTo>
                    <a:pt x="305" y="127"/>
                    <a:pt x="305" y="127"/>
                    <a:pt x="305" y="127"/>
                  </a:cubicBezTo>
                  <a:cubicBezTo>
                    <a:pt x="286" y="120"/>
                    <a:pt x="267" y="115"/>
                    <a:pt x="243" y="115"/>
                  </a:cubicBezTo>
                  <a:cubicBezTo>
                    <a:pt x="211" y="115"/>
                    <a:pt x="193" y="132"/>
                    <a:pt x="193" y="168"/>
                  </a:cubicBezTo>
                  <a:cubicBezTo>
                    <a:pt x="193" y="187"/>
                    <a:pt x="193" y="187"/>
                    <a:pt x="193" y="187"/>
                  </a:cubicBezTo>
                  <a:cubicBezTo>
                    <a:pt x="305" y="187"/>
                    <a:pt x="305" y="187"/>
                    <a:pt x="305" y="187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195" y="299"/>
                    <a:pt x="195" y="299"/>
                    <a:pt x="195" y="299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57" y="667"/>
                    <a:pt x="57" y="667"/>
                    <a:pt x="57" y="667"/>
                  </a:cubicBezTo>
                  <a:lnTo>
                    <a:pt x="57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3" name="Freeform 23"/>
            <p:cNvSpPr>
              <a:spLocks noEditPoints="1"/>
            </p:cNvSpPr>
            <p:nvPr userDrawn="1"/>
          </p:nvSpPr>
          <p:spPr bwMode="auto">
            <a:xfrm>
              <a:off x="6137497" y="1333086"/>
              <a:ext cx="228289" cy="219867"/>
            </a:xfrm>
            <a:custGeom>
              <a:avLst/>
              <a:gdLst>
                <a:gd name="T0" fmla="*/ 0 w 525"/>
                <a:gd name="T1" fmla="*/ 255 h 506"/>
                <a:gd name="T2" fmla="*/ 0 w 525"/>
                <a:gd name="T3" fmla="*/ 253 h 506"/>
                <a:gd name="T4" fmla="*/ 263 w 525"/>
                <a:gd name="T5" fmla="*/ 0 h 506"/>
                <a:gd name="T6" fmla="*/ 525 w 525"/>
                <a:gd name="T7" fmla="*/ 251 h 506"/>
                <a:gd name="T8" fmla="*/ 525 w 525"/>
                <a:gd name="T9" fmla="*/ 253 h 506"/>
                <a:gd name="T10" fmla="*/ 261 w 525"/>
                <a:gd name="T11" fmla="*/ 506 h 506"/>
                <a:gd name="T12" fmla="*/ 0 w 525"/>
                <a:gd name="T13" fmla="*/ 255 h 506"/>
                <a:gd name="T14" fmla="*/ 389 w 525"/>
                <a:gd name="T15" fmla="*/ 255 h 506"/>
                <a:gd name="T16" fmla="*/ 389 w 525"/>
                <a:gd name="T17" fmla="*/ 253 h 506"/>
                <a:gd name="T18" fmla="*/ 261 w 525"/>
                <a:gd name="T19" fmla="*/ 119 h 506"/>
                <a:gd name="T20" fmla="*/ 135 w 525"/>
                <a:gd name="T21" fmla="*/ 251 h 506"/>
                <a:gd name="T22" fmla="*/ 135 w 525"/>
                <a:gd name="T23" fmla="*/ 253 h 506"/>
                <a:gd name="T24" fmla="*/ 263 w 525"/>
                <a:gd name="T25" fmla="*/ 387 h 506"/>
                <a:gd name="T26" fmla="*/ 389 w 525"/>
                <a:gd name="T27" fmla="*/ 25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6">
                  <a:moveTo>
                    <a:pt x="0" y="255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12" y="0"/>
                    <a:pt x="263" y="0"/>
                  </a:cubicBezTo>
                  <a:cubicBezTo>
                    <a:pt x="413" y="0"/>
                    <a:pt x="525" y="112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2" y="506"/>
                    <a:pt x="261" y="506"/>
                  </a:cubicBezTo>
                  <a:cubicBezTo>
                    <a:pt x="111" y="506"/>
                    <a:pt x="0" y="394"/>
                    <a:pt x="0" y="255"/>
                  </a:cubicBezTo>
                  <a:close/>
                  <a:moveTo>
                    <a:pt x="389" y="255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2"/>
                    <a:pt x="337" y="119"/>
                    <a:pt x="261" y="119"/>
                  </a:cubicBezTo>
                  <a:cubicBezTo>
                    <a:pt x="183" y="119"/>
                    <a:pt x="135" y="180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5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4" name="Freeform 24"/>
            <p:cNvSpPr/>
            <p:nvPr userDrawn="1"/>
          </p:nvSpPr>
          <p:spPr bwMode="auto">
            <a:xfrm>
              <a:off x="6379084" y="1331756"/>
              <a:ext cx="127665" cy="216764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0 h 498"/>
                <a:gd name="T6" fmla="*/ 293 w 293"/>
                <a:gd name="T7" fmla="*/ 3 h 498"/>
                <a:gd name="T8" fmla="*/ 293 w 293"/>
                <a:gd name="T9" fmla="*/ 147 h 498"/>
                <a:gd name="T10" fmla="*/ 286 w 293"/>
                <a:gd name="T11" fmla="*/ 147 h 498"/>
                <a:gd name="T12" fmla="*/ 138 w 293"/>
                <a:gd name="T13" fmla="*/ 318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66" y="43"/>
                    <a:pt x="211" y="0"/>
                    <a:pt x="293" y="3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86" y="147"/>
                    <a:pt x="286" y="147"/>
                    <a:pt x="286" y="147"/>
                  </a:cubicBezTo>
                  <a:cubicBezTo>
                    <a:pt x="194" y="147"/>
                    <a:pt x="138" y="203"/>
                    <a:pt x="138" y="318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5" name="Freeform 25"/>
            <p:cNvSpPr>
              <a:spLocks noEditPoints="1"/>
            </p:cNvSpPr>
            <p:nvPr userDrawn="1"/>
          </p:nvSpPr>
          <p:spPr bwMode="auto">
            <a:xfrm>
              <a:off x="6582993" y="1334859"/>
              <a:ext cx="194157" cy="217207"/>
            </a:xfrm>
            <a:custGeom>
              <a:avLst/>
              <a:gdLst>
                <a:gd name="T0" fmla="*/ 0 w 446"/>
                <a:gd name="T1" fmla="*/ 351 h 500"/>
                <a:gd name="T2" fmla="*/ 0 w 446"/>
                <a:gd name="T3" fmla="*/ 349 h 500"/>
                <a:gd name="T4" fmla="*/ 195 w 446"/>
                <a:gd name="T5" fmla="*/ 195 h 500"/>
                <a:gd name="T6" fmla="*/ 314 w 446"/>
                <a:gd name="T7" fmla="*/ 215 h 500"/>
                <a:gd name="T8" fmla="*/ 314 w 446"/>
                <a:gd name="T9" fmla="*/ 206 h 500"/>
                <a:gd name="T10" fmla="*/ 210 w 446"/>
                <a:gd name="T11" fmla="*/ 118 h 500"/>
                <a:gd name="T12" fmla="*/ 76 w 446"/>
                <a:gd name="T13" fmla="*/ 144 h 500"/>
                <a:gd name="T14" fmla="*/ 42 w 446"/>
                <a:gd name="T15" fmla="*/ 39 h 500"/>
                <a:gd name="T16" fmla="*/ 230 w 446"/>
                <a:gd name="T17" fmla="*/ 0 h 500"/>
                <a:gd name="T18" fmla="*/ 394 w 446"/>
                <a:gd name="T19" fmla="*/ 54 h 500"/>
                <a:gd name="T20" fmla="*/ 446 w 446"/>
                <a:gd name="T21" fmla="*/ 209 h 500"/>
                <a:gd name="T22" fmla="*/ 446 w 446"/>
                <a:gd name="T23" fmla="*/ 491 h 500"/>
                <a:gd name="T24" fmla="*/ 313 w 446"/>
                <a:gd name="T25" fmla="*/ 491 h 500"/>
                <a:gd name="T26" fmla="*/ 313 w 446"/>
                <a:gd name="T27" fmla="*/ 438 h 500"/>
                <a:gd name="T28" fmla="*/ 167 w 446"/>
                <a:gd name="T29" fmla="*/ 500 h 500"/>
                <a:gd name="T30" fmla="*/ 0 w 446"/>
                <a:gd name="T31" fmla="*/ 351 h 500"/>
                <a:gd name="T32" fmla="*/ 316 w 446"/>
                <a:gd name="T33" fmla="*/ 320 h 500"/>
                <a:gd name="T34" fmla="*/ 316 w 446"/>
                <a:gd name="T35" fmla="*/ 295 h 500"/>
                <a:gd name="T36" fmla="*/ 228 w 446"/>
                <a:gd name="T37" fmla="*/ 277 h 500"/>
                <a:gd name="T38" fmla="*/ 133 w 446"/>
                <a:gd name="T39" fmla="*/ 344 h 500"/>
                <a:gd name="T40" fmla="*/ 133 w 446"/>
                <a:gd name="T41" fmla="*/ 346 h 500"/>
                <a:gd name="T42" fmla="*/ 208 w 446"/>
                <a:gd name="T43" fmla="*/ 405 h 500"/>
                <a:gd name="T44" fmla="*/ 316 w 446"/>
                <a:gd name="T45" fmla="*/ 32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500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4"/>
                    <a:pt x="81" y="195"/>
                    <a:pt x="195" y="195"/>
                  </a:cubicBezTo>
                  <a:cubicBezTo>
                    <a:pt x="244" y="195"/>
                    <a:pt x="280" y="203"/>
                    <a:pt x="314" y="215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8"/>
                    <a:pt x="210" y="118"/>
                  </a:cubicBezTo>
                  <a:cubicBezTo>
                    <a:pt x="157" y="118"/>
                    <a:pt x="120" y="128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8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1"/>
                    <a:pt x="446" y="144"/>
                    <a:pt x="446" y="209"/>
                  </a:cubicBezTo>
                  <a:cubicBezTo>
                    <a:pt x="446" y="491"/>
                    <a:pt x="446" y="491"/>
                    <a:pt x="446" y="491"/>
                  </a:cubicBezTo>
                  <a:cubicBezTo>
                    <a:pt x="313" y="491"/>
                    <a:pt x="313" y="491"/>
                    <a:pt x="313" y="491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4" y="500"/>
                    <a:pt x="167" y="500"/>
                  </a:cubicBezTo>
                  <a:cubicBezTo>
                    <a:pt x="75" y="500"/>
                    <a:pt x="0" y="447"/>
                    <a:pt x="0" y="351"/>
                  </a:cubicBezTo>
                  <a:close/>
                  <a:moveTo>
                    <a:pt x="316" y="320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1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5"/>
                    <a:pt x="208" y="405"/>
                  </a:cubicBezTo>
                  <a:cubicBezTo>
                    <a:pt x="272" y="405"/>
                    <a:pt x="316" y="369"/>
                    <a:pt x="316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6" name="Rectangle 26"/>
            <p:cNvSpPr>
              <a:spLocks noChangeArrowheads="1"/>
            </p:cNvSpPr>
            <p:nvPr userDrawn="1"/>
          </p:nvSpPr>
          <p:spPr bwMode="auto">
            <a:xfrm>
              <a:off x="6801973" y="1260831"/>
              <a:ext cx="59843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07" name="Rectangle 27"/>
            <p:cNvSpPr>
              <a:spLocks noChangeArrowheads="1"/>
            </p:cNvSpPr>
            <p:nvPr userDrawn="1"/>
          </p:nvSpPr>
          <p:spPr bwMode="auto">
            <a:xfrm>
              <a:off x="6886639" y="1260831"/>
              <a:ext cx="59399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11556231" y="767096"/>
            <a:ext cx="634181" cy="1898696"/>
            <a:chOff x="11556230" y="767096"/>
            <a:chExt cx="634181" cy="1898696"/>
          </a:xfrm>
        </p:grpSpPr>
        <p:sp>
          <p:nvSpPr>
            <p:cNvPr id="77" name="Rectangle 28"/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grpSp>
          <p:nvGrpSpPr>
            <p:cNvPr id="78" name="Group 77"/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/>
              <p:cNvSpPr/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0" name="Freeform 30"/>
              <p:cNvSpPr/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1" name="Freeform 31"/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2" name="Freeform 32"/>
              <p:cNvSpPr/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3" name="Freeform 33"/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4" name="Freeform 34"/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</p:grpSp>
      </p:grpSp>
    </p:spTree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9390325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/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/>
              <p:cNvSpPr/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3" name="Freeform 6"/>
              <p:cNvSpPr/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4" name="Freeform 7"/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5" name="Freeform 8"/>
              <p:cNvSpPr/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6" name="Freeform 9"/>
              <p:cNvSpPr/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7" name="Freeform 10"/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8" name="Freeform 11"/>
              <p:cNvSpPr/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9" name="Freeform 12"/>
              <p:cNvSpPr/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0" name="Freeform 13"/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1" name="Freeform 14"/>
              <p:cNvSpPr/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2" name="Freeform 15"/>
              <p:cNvSpPr/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3" name="Freeform 16"/>
              <p:cNvSpPr/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4" name="Freeform 17"/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5" name="Rectangle 18"/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6" name="Freeform 19"/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7" name="Freeform 20"/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8" name="Freeform 21"/>
              <p:cNvSpPr/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9" name="Freeform 22"/>
              <p:cNvSpPr/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0" name="Freeform 23"/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1" name="Freeform 24"/>
              <p:cNvSpPr/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2" name="Freeform 25"/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3" name="Rectangle 26"/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4" name="Rectangle 27"/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</p:grpSp>
        <p:sp>
          <p:nvSpPr>
            <p:cNvPr id="64" name="Rectangle 28"/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grpSp>
          <p:nvGrpSpPr>
            <p:cNvPr id="65" name="Group 64"/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/>
              <p:cNvSpPr/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67" name="Freeform 30"/>
              <p:cNvSpPr/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68" name="Freeform 31"/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69" name="Freeform 32"/>
              <p:cNvSpPr/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0" name="Freeform 33"/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71" name="Freeform 34"/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</p:grpSp>
      </p:grpSp>
      <p:grpSp>
        <p:nvGrpSpPr>
          <p:cNvPr id="42" name="Group 41"/>
          <p:cNvGrpSpPr/>
          <p:nvPr userDrawn="1"/>
        </p:nvGrpSpPr>
        <p:grpSpPr>
          <a:xfrm>
            <a:off x="1538947" y="3561909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44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45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53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54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55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56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</p:spTree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endParaRPr lang="en-US" sz="1000">
              <a:solidFill>
                <a:srgbClr val="939598"/>
              </a:solidFill>
              <a:cs typeface="Arial" panose="020B0604020202020204" pitchFamily="34" charset="0"/>
            </a:endParaRPr>
          </a:p>
        </p:txBody>
      </p:sp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274320"/>
            <a:ext cx="11073384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7930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48699" y="6395718"/>
            <a:ext cx="443301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sz="1000">
              <a:solidFill>
                <a:srgbClr val="939598"/>
              </a:solidFill>
              <a:cs typeface="Arial" panose="020B0604020202020204" pitchFamily="34" charset="0"/>
            </a:endParaRP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274320"/>
            <a:ext cx="11073384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7930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356" y="423410"/>
            <a:ext cx="200587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2" tIns="45696" rIns="91392" bIns="45696" numCol="1" anchor="t" anchorCtr="0" compatLnSpc="1"/>
          <a:lstStyle/>
          <a:p>
            <a:endParaRPr lang="en-US" sz="180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179577"/>
            <a:ext cx="11073384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8965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175" indent="-15621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4625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sz="1000">
              <a:solidFill>
                <a:srgbClr val="939598"/>
              </a:solidFill>
              <a:cs typeface="Arial" panose="020B0604020202020204" pitchFamily="34" charset="0"/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te with Header">
  <p:cSld name="Slate with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912066" y="836091"/>
            <a:ext cx="5182367" cy="86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Poppins"/>
              <a:buNone/>
              <a:defRPr sz="373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65"/>
            </a:lvl9pPr>
          </a:lstStyle>
          <a:p/>
        </p:txBody>
      </p:sp>
      <p:sp>
        <p:nvSpPr>
          <p:cNvPr id="2" name="Slide Number Placeholder 4"/>
          <p:cNvSpPr txBox="1"/>
          <p:nvPr userDrawn="1"/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600" smtClean="0"/>
            </a:fld>
            <a:endParaRPr lang="en-US" sz="1600"/>
          </a:p>
        </p:txBody>
      </p:sp>
    </p:spTree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Subtitle 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591056"/>
            <a:ext cx="11073384" cy="479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784" y="914400"/>
            <a:ext cx="11073384" cy="29260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130" indent="0">
              <a:buNone/>
              <a:defRPr sz="2100" b="1"/>
            </a:lvl5pPr>
            <a:lvl6pPr marL="3046730" indent="0">
              <a:buNone/>
              <a:defRPr sz="2100" b="1"/>
            </a:lvl6pPr>
            <a:lvl7pPr marL="3655695" indent="0">
              <a:buNone/>
              <a:defRPr sz="2100" b="1"/>
            </a:lvl7pPr>
            <a:lvl8pPr marL="4265295" indent="0">
              <a:buNone/>
              <a:defRPr sz="2100" b="1"/>
            </a:lvl8pPr>
            <a:lvl9pPr marL="4874260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274320"/>
            <a:ext cx="11073384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6" name="Footer Placeholder 61"/>
          <p:cNvSpPr>
            <a:spLocks noGrp="1"/>
          </p:cNvSpPr>
          <p:nvPr>
            <p:ph type="ftr" sz="quarter" idx="11"/>
          </p:nvPr>
        </p:nvSpPr>
        <p:spPr>
          <a:xfrm>
            <a:off x="548640" y="6473952"/>
            <a:ext cx="3860800" cy="153888"/>
          </a:xfrm>
        </p:spPr>
        <p:txBody>
          <a:bodyPr lIns="0"/>
          <a:lstStyle>
            <a:lvl1pPr>
              <a:defRPr cap="none">
                <a:solidFill>
                  <a:schemeClr val="tx1"/>
                </a:solidFill>
              </a:defRPr>
            </a:lvl1pPr>
          </a:lstStyle>
          <a:p>
            <a:endParaRPr lang="en-US" sz="1000">
              <a:cs typeface="Arial" panose="020B0604020202020204" pitchFamily="34" charset="0"/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0C358-E3D5-454C-8B29-5E2E56FCA529}" type="slidenum">
              <a:rPr lang="en-US" smtClean="0"/>
            </a:fld>
            <a:endParaRPr lang="en-US"/>
          </a:p>
        </p:txBody>
      </p:sp>
      <p:sp>
        <p:nvSpPr>
          <p:cNvPr id="5" name="Slide Number Placeholder 4"/>
          <p:cNvSpPr txBox="1"/>
          <p:nvPr userDrawn="1"/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600" smtClean="0"/>
            </a:fld>
            <a:endParaRPr lang="en-US" sz="1600"/>
          </a:p>
        </p:txBody>
      </p:sp>
    </p:spTree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2" y="365129"/>
            <a:ext cx="10512862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/>
          <a:srcRect l="32043" t="11491" r="5965" b="53451"/>
          <a:stretch>
            <a:fillRect/>
          </a:stretch>
        </p:blipFill>
        <p:spPr>
          <a:xfrm rot="16200000" flipH="1">
            <a:off x="2665416" y="-2665411"/>
            <a:ext cx="6858001" cy="12188824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3" y="-1"/>
            <a:ext cx="12188825" cy="6858000"/>
          </a:xfrm>
          <a:prstGeom prst="rect">
            <a:avLst/>
          </a:prstGeom>
          <a:solidFill>
            <a:srgbClr val="471B48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688" tIns="182688" rIns="182688" bIns="182688" rtlCol="0" anchor="t"/>
          <a:lstStyle/>
          <a:p>
            <a:pPr algn="l"/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6" name="Slide Number Placeholder 4"/>
          <p:cNvSpPr txBox="1"/>
          <p:nvPr userDrawn="1"/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600" smtClean="0"/>
            </a:fld>
            <a:endParaRPr lang="en-US" sz="16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_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16200000">
            <a:off x="2665415" y="-2665413"/>
            <a:ext cx="6857999" cy="12188826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554339" y="6421482"/>
            <a:ext cx="734356" cy="245008"/>
            <a:chOff x="547688" y="952500"/>
            <a:chExt cx="12190413" cy="4067175"/>
          </a:xfrm>
        </p:grpSpPr>
        <p:sp>
          <p:nvSpPr>
            <p:cNvPr id="10" name="Rectangle 9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5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6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5400000">
            <a:off x="2663827" y="-2663826"/>
            <a:ext cx="6857999" cy="12185652"/>
          </a:xfrm>
          <a:prstGeom prst="rect">
            <a:avLst/>
          </a:prstGeom>
        </p:spPr>
      </p:pic>
      <p:grpSp>
        <p:nvGrpSpPr>
          <p:cNvPr id="4" name="Group 3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5" name="Rectangle 4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7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8" name="Freeform 10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9" name="Freeform 11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  <p:sp>
        <p:nvSpPr>
          <p:cNvPr id="23" name="TextBox 22"/>
          <p:cNvSpPr txBox="1"/>
          <p:nvPr userDrawn="1"/>
        </p:nvSpPr>
        <p:spPr>
          <a:xfrm>
            <a:off x="1548575" y="6499131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3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Slide Number Placeholder 4"/>
          <p:cNvSpPr txBox="1"/>
          <p:nvPr userDrawn="1"/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600" smtClean="0"/>
            </a:fld>
            <a:endParaRPr lang="en-US" sz="1600"/>
          </a:p>
        </p:txBody>
      </p:sp>
    </p:spTree>
  </p:cSld>
  <p:clrMapOvr>
    <a:masterClrMapping/>
  </p:clrMapOvr>
  <p:transition spd="med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with Subtitle Cont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88825" cy="6858000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343" y="6421482"/>
            <a:ext cx="734356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6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729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7295" algn="l"/>
              </a:tabLst>
              <a:defRPr lang="en-US" sz="3195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1470792"/>
            <a:ext cx="3859795" cy="1958208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</a:fld>
            <a:endParaRPr lang="en-US"/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444" y="3429000"/>
            <a:ext cx="3396738" cy="1354160"/>
          </a:xfrm>
        </p:spPr>
        <p:txBody>
          <a:bodyPr anchor="t">
            <a:noAutofit/>
          </a:bodyPr>
          <a:lstStyle>
            <a:lvl1pPr marL="0" indent="0">
              <a:buNone/>
              <a:defRPr sz="1800"/>
            </a:lvl1pPr>
            <a:lvl2pPr marL="609600" indent="0">
              <a:buNone/>
              <a:defRPr sz="1600"/>
            </a:lvl2pPr>
            <a:lvl3pPr marL="1218565" indent="0">
              <a:buNone/>
              <a:defRPr sz="1600"/>
            </a:lvl3pPr>
            <a:lvl4pPr marL="1828165" indent="0">
              <a:buNone/>
              <a:defRPr sz="1600"/>
            </a:lvl4pPr>
            <a:lvl5pPr marL="2437130" indent="0">
              <a:buNone/>
              <a:defRPr sz="1600"/>
            </a:lvl5pPr>
          </a:lstStyle>
          <a:p>
            <a:pPr lvl="0"/>
            <a:r>
              <a:rPr lang="en-US"/>
              <a:t>Insert your desired text here.</a:t>
            </a:r>
            <a:endParaRPr lang="en-PH"/>
          </a:p>
        </p:txBody>
      </p:sp>
    </p:spTree>
  </p:cSld>
  <p:clrMapOvr>
    <a:masterClrMapping/>
  </p:clrMapOvr>
  <p:transition spd="med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41"/>
            <a:ext cx="5484971" cy="1138137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</a:fld>
            <a:endParaRPr lang="en-US"/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443" y="1412776"/>
            <a:ext cx="6061034" cy="936104"/>
          </a:xfrm>
        </p:spPr>
        <p:txBody>
          <a:bodyPr anchor="t">
            <a:noAutofit/>
          </a:bodyPr>
          <a:lstStyle>
            <a:lvl1pPr marL="0" indent="0">
              <a:buNone/>
              <a:defRPr sz="1800"/>
            </a:lvl1pPr>
            <a:lvl2pPr marL="609600" indent="0">
              <a:buNone/>
              <a:defRPr sz="1600"/>
            </a:lvl2pPr>
            <a:lvl3pPr marL="1218565" indent="0">
              <a:buNone/>
              <a:defRPr sz="1600"/>
            </a:lvl3pPr>
            <a:lvl4pPr marL="1828165" indent="0">
              <a:buNone/>
              <a:defRPr sz="1600"/>
            </a:lvl4pPr>
            <a:lvl5pPr marL="2437130" indent="0">
              <a:buNone/>
              <a:defRPr sz="1600"/>
            </a:lvl5pPr>
          </a:lstStyle>
          <a:p>
            <a:pPr lvl="0"/>
            <a:r>
              <a:rPr lang="en-US"/>
              <a:t>Insert your desired text here.</a:t>
            </a:r>
            <a:endParaRPr lang="en-PH"/>
          </a:p>
        </p:txBody>
      </p:sp>
    </p:spTree>
  </p:cSld>
  <p:clrMapOvr>
    <a:masterClrMapping/>
  </p:clrMapOvr>
  <p:transition spd="med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C795D-498C-4BCA-A0C6-19037E6BBB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FAE5-78E4-4FA0-90BA-F7D82B0F86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" y="2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7995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8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  <a:endParaRPr lang="en-US"/>
          </a:p>
        </p:txBody>
      </p:sp>
      <p:grpSp>
        <p:nvGrpSpPr>
          <p:cNvPr id="68" name="Group 67"/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0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1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2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3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4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5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82" name="TextBox 81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54340" y="188069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7930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Lenovo Internal. All rights reserved.</a:t>
            </a:r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7" name="Rectangle 6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rgbClr val="E125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8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9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0" name="Freeform 10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7930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8965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175" indent="-15621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4625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Lenovo Internal. All rights reserved.</a:t>
            </a:r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6" name="Rectangle 5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8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9" name="Freeform 10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 spd="med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4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8965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175" indent="-15621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4625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8965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7530" indent="0">
              <a:buNone/>
              <a:defRPr sz="2100" b="1"/>
            </a:lvl4pPr>
            <a:lvl5pPr marL="2436495" indent="0">
              <a:buNone/>
              <a:defRPr sz="2100" b="1"/>
            </a:lvl5pPr>
            <a:lvl6pPr marL="3045460" indent="0">
              <a:buNone/>
              <a:defRPr sz="2100" b="1"/>
            </a:lvl6pPr>
            <a:lvl7pPr marL="3655060" indent="0">
              <a:buNone/>
              <a:defRPr sz="2100" b="1"/>
            </a:lvl7pPr>
            <a:lvl8pPr marL="4264025" indent="0">
              <a:buNone/>
              <a:defRPr sz="2100" b="1"/>
            </a:lvl8pPr>
            <a:lvl9pPr marL="4872990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4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7930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Lenovo Internal. All rights reserved.</a:t>
            </a:r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6" name="Rectangle 5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8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9" name="Freeform 10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0" name="Freeform 11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 spd="med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/>
          <p:cNvGrpSpPr/>
          <p:nvPr userDrawn="1"/>
        </p:nvGrpSpPr>
        <p:grpSpPr>
          <a:xfrm>
            <a:off x="1538947" y="3561911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8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9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0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1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2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3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grpSp>
        <p:nvGrpSpPr>
          <p:cNvPr id="2" name="Group 1"/>
          <p:cNvGrpSpPr/>
          <p:nvPr userDrawn="1"/>
        </p:nvGrpSpPr>
        <p:grpSpPr>
          <a:xfrm>
            <a:off x="9390326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/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/>
              <p:cNvSpPr/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6" name="Freeform 6"/>
              <p:cNvSpPr/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7" name="Freeform 7"/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8" name="Freeform 8"/>
              <p:cNvSpPr/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9" name="Freeform 9"/>
              <p:cNvSpPr/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0" name="Freeform 10"/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1" name="Freeform 11"/>
              <p:cNvSpPr/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2" name="Freeform 12"/>
              <p:cNvSpPr/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3" name="Freeform 13"/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4" name="Freeform 14"/>
              <p:cNvSpPr/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5" name="Freeform 15"/>
              <p:cNvSpPr/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6" name="Freeform 16"/>
              <p:cNvSpPr/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7" name="Freeform 17"/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8" name="Rectangle 18"/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99" name="Freeform 19"/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100" name="Freeform 20"/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101" name="Freeform 21"/>
              <p:cNvSpPr/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102" name="Freeform 22"/>
              <p:cNvSpPr/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103" name="Freeform 23"/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104" name="Freeform 24"/>
              <p:cNvSpPr/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105" name="Freeform 25"/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106" name="Rectangle 26"/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107" name="Rectangle 27"/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</p:grpSp>
        <p:sp>
          <p:nvSpPr>
            <p:cNvPr id="77" name="Rectangle 28"/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grpSp>
          <p:nvGrpSpPr>
            <p:cNvPr id="78" name="Group 77"/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/>
              <p:cNvSpPr/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0" name="Freeform 30"/>
              <p:cNvSpPr/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1" name="Freeform 31"/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2" name="Freeform 32"/>
              <p:cNvSpPr/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3" name="Freeform 33"/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  <p:sp>
            <p:nvSpPr>
              <p:cNvPr id="84" name="Freeform 34"/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1800"/>
              </a:p>
            </p:txBody>
          </p:sp>
        </p:grpSp>
      </p:grpSp>
    </p:spTree>
  </p:cSld>
  <p:clrMapOvr>
    <a:masterClrMapping/>
  </p:clrMapOvr>
  <p:transition spd="med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2" y="7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7995" b="1" kern="1200" cap="none" spc="-1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8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  <a:endParaRPr lang="en-US"/>
          </a:p>
        </p:txBody>
      </p:sp>
      <p:grpSp>
        <p:nvGrpSpPr>
          <p:cNvPr id="68" name="Group 67"/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0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1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2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3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4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75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82" name="TextBox 81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54340" y="188069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7930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7" name="Rectangle 6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rgbClr val="E125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8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9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0" name="Freeform 10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 spd="med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7930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8965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175" indent="-15621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4625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6" name="Rectangle 5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8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9" name="Freeform 10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 spd="med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4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8965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175" indent="-15621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4625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8965" indent="0">
              <a:buNone/>
              <a:defRPr sz="2700" b="1"/>
            </a:lvl2pPr>
            <a:lvl3pPr marL="1218565" indent="0">
              <a:buNone/>
              <a:defRPr sz="2400" b="1"/>
            </a:lvl3pPr>
            <a:lvl4pPr marL="1827530" indent="0">
              <a:buNone/>
              <a:defRPr sz="2100" b="1"/>
            </a:lvl4pPr>
            <a:lvl5pPr marL="2436495" indent="0">
              <a:buNone/>
              <a:defRPr sz="2100" b="1"/>
            </a:lvl5pPr>
            <a:lvl6pPr marL="3045460" indent="0">
              <a:buNone/>
              <a:defRPr sz="2100" b="1"/>
            </a:lvl6pPr>
            <a:lvl7pPr marL="3655060" indent="0">
              <a:buNone/>
              <a:defRPr sz="2100" b="1"/>
            </a:lvl7pPr>
            <a:lvl8pPr marL="4264025" indent="0">
              <a:buNone/>
              <a:defRPr sz="2100" b="1"/>
            </a:lvl8pPr>
            <a:lvl9pPr marL="4872990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4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7930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6" name="Rectangle 5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8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9" name="Freeform 10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0" name="Freeform 11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 spd="med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9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0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1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2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3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4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3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565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章节标题区域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51"/>
            <a:ext cx="6263640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1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副标题区域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565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7930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8965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175" indent="-15621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4625" indent="-14986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E6B32C-6137-4A7F-94A4-0F00A2416176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9200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9200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806408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 userDrawn="1"/>
        </p:nvGrpSpPr>
        <p:grpSpPr>
          <a:xfrm>
            <a:off x="9390324" y="936748"/>
            <a:ext cx="1965963" cy="1042086"/>
            <a:chOff x="4988072" y="501936"/>
            <a:chExt cx="1978802" cy="1051017"/>
          </a:xfrm>
          <a:solidFill>
            <a:srgbClr val="4D144A"/>
          </a:solidFill>
        </p:grpSpPr>
        <p:sp>
          <p:nvSpPr>
            <p:cNvPr id="85" name="Freeform 5"/>
            <p:cNvSpPr/>
            <p:nvPr userDrawn="1"/>
          </p:nvSpPr>
          <p:spPr bwMode="auto">
            <a:xfrm>
              <a:off x="5559016" y="501936"/>
              <a:ext cx="218094" cy="282813"/>
            </a:xfrm>
            <a:custGeom>
              <a:avLst/>
              <a:gdLst>
                <a:gd name="T0" fmla="*/ 0 w 502"/>
                <a:gd name="T1" fmla="*/ 550 h 651"/>
                <a:gd name="T2" fmla="*/ 83 w 502"/>
                <a:gd name="T3" fmla="*/ 451 h 651"/>
                <a:gd name="T4" fmla="*/ 272 w 502"/>
                <a:gd name="T5" fmla="*/ 528 h 651"/>
                <a:gd name="T6" fmla="*/ 363 w 502"/>
                <a:gd name="T7" fmla="*/ 469 h 651"/>
                <a:gd name="T8" fmla="*/ 363 w 502"/>
                <a:gd name="T9" fmla="*/ 467 h 651"/>
                <a:gd name="T10" fmla="*/ 236 w 502"/>
                <a:gd name="T11" fmla="*/ 386 h 651"/>
                <a:gd name="T12" fmla="*/ 26 w 502"/>
                <a:gd name="T13" fmla="*/ 192 h 651"/>
                <a:gd name="T14" fmla="*/ 26 w 502"/>
                <a:gd name="T15" fmla="*/ 191 h 651"/>
                <a:gd name="T16" fmla="*/ 247 w 502"/>
                <a:gd name="T17" fmla="*/ 0 h 651"/>
                <a:gd name="T18" fmla="*/ 483 w 502"/>
                <a:gd name="T19" fmla="*/ 80 h 651"/>
                <a:gd name="T20" fmla="*/ 410 w 502"/>
                <a:gd name="T21" fmla="*/ 185 h 651"/>
                <a:gd name="T22" fmla="*/ 246 w 502"/>
                <a:gd name="T23" fmla="*/ 123 h 651"/>
                <a:gd name="T24" fmla="*/ 164 w 502"/>
                <a:gd name="T25" fmla="*/ 178 h 651"/>
                <a:gd name="T26" fmla="*/ 164 w 502"/>
                <a:gd name="T27" fmla="*/ 180 h 651"/>
                <a:gd name="T28" fmla="*/ 301 w 502"/>
                <a:gd name="T29" fmla="*/ 263 h 651"/>
                <a:gd name="T30" fmla="*/ 502 w 502"/>
                <a:gd name="T31" fmla="*/ 453 h 651"/>
                <a:gd name="T32" fmla="*/ 502 w 502"/>
                <a:gd name="T33" fmla="*/ 455 h 651"/>
                <a:gd name="T34" fmla="*/ 269 w 502"/>
                <a:gd name="T35" fmla="*/ 651 h 651"/>
                <a:gd name="T36" fmla="*/ 0 w 502"/>
                <a:gd name="T37" fmla="*/ 55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2" h="651">
                  <a:moveTo>
                    <a:pt x="0" y="550"/>
                  </a:moveTo>
                  <a:cubicBezTo>
                    <a:pt x="83" y="451"/>
                    <a:pt x="83" y="451"/>
                    <a:pt x="83" y="451"/>
                  </a:cubicBezTo>
                  <a:cubicBezTo>
                    <a:pt x="140" y="498"/>
                    <a:pt x="200" y="528"/>
                    <a:pt x="272" y="528"/>
                  </a:cubicBezTo>
                  <a:cubicBezTo>
                    <a:pt x="329" y="528"/>
                    <a:pt x="363" y="506"/>
                    <a:pt x="363" y="469"/>
                  </a:cubicBezTo>
                  <a:cubicBezTo>
                    <a:pt x="363" y="467"/>
                    <a:pt x="363" y="467"/>
                    <a:pt x="363" y="467"/>
                  </a:cubicBezTo>
                  <a:cubicBezTo>
                    <a:pt x="363" y="431"/>
                    <a:pt x="342" y="413"/>
                    <a:pt x="236" y="386"/>
                  </a:cubicBezTo>
                  <a:cubicBezTo>
                    <a:pt x="108" y="354"/>
                    <a:pt x="26" y="318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76"/>
                    <a:pt x="118" y="0"/>
                    <a:pt x="247" y="0"/>
                  </a:cubicBezTo>
                  <a:cubicBezTo>
                    <a:pt x="340" y="0"/>
                    <a:pt x="419" y="29"/>
                    <a:pt x="483" y="80"/>
                  </a:cubicBezTo>
                  <a:cubicBezTo>
                    <a:pt x="410" y="185"/>
                    <a:pt x="410" y="185"/>
                    <a:pt x="410" y="185"/>
                  </a:cubicBezTo>
                  <a:cubicBezTo>
                    <a:pt x="354" y="146"/>
                    <a:pt x="299" y="123"/>
                    <a:pt x="246" y="123"/>
                  </a:cubicBezTo>
                  <a:cubicBezTo>
                    <a:pt x="192" y="123"/>
                    <a:pt x="164" y="147"/>
                    <a:pt x="164" y="178"/>
                  </a:cubicBezTo>
                  <a:cubicBezTo>
                    <a:pt x="164" y="180"/>
                    <a:pt x="164" y="180"/>
                    <a:pt x="164" y="180"/>
                  </a:cubicBezTo>
                  <a:cubicBezTo>
                    <a:pt x="164" y="221"/>
                    <a:pt x="191" y="235"/>
                    <a:pt x="301" y="263"/>
                  </a:cubicBezTo>
                  <a:cubicBezTo>
                    <a:pt x="429" y="297"/>
                    <a:pt x="502" y="343"/>
                    <a:pt x="502" y="453"/>
                  </a:cubicBezTo>
                  <a:cubicBezTo>
                    <a:pt x="502" y="455"/>
                    <a:pt x="502" y="455"/>
                    <a:pt x="502" y="455"/>
                  </a:cubicBezTo>
                  <a:cubicBezTo>
                    <a:pt x="502" y="581"/>
                    <a:pt x="406" y="651"/>
                    <a:pt x="269" y="651"/>
                  </a:cubicBezTo>
                  <a:cubicBezTo>
                    <a:pt x="173" y="651"/>
                    <a:pt x="76" y="618"/>
                    <a:pt x="0" y="5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6" name="Freeform 6"/>
            <p:cNvSpPr/>
            <p:nvPr userDrawn="1"/>
          </p:nvSpPr>
          <p:spPr bwMode="auto">
            <a:xfrm>
              <a:off x="5791295" y="566212"/>
              <a:ext cx="322264" cy="214547"/>
            </a:xfrm>
            <a:custGeom>
              <a:avLst/>
              <a:gdLst>
                <a:gd name="T0" fmla="*/ 0 w 741"/>
                <a:gd name="T1" fmla="*/ 9 h 494"/>
                <a:gd name="T2" fmla="*/ 138 w 741"/>
                <a:gd name="T3" fmla="*/ 9 h 494"/>
                <a:gd name="T4" fmla="*/ 138 w 741"/>
                <a:gd name="T5" fmla="*/ 78 h 494"/>
                <a:gd name="T6" fmla="*/ 281 w 741"/>
                <a:gd name="T7" fmla="*/ 0 h 494"/>
                <a:gd name="T8" fmla="*/ 418 w 741"/>
                <a:gd name="T9" fmla="*/ 77 h 494"/>
                <a:gd name="T10" fmla="*/ 577 w 741"/>
                <a:gd name="T11" fmla="*/ 0 h 494"/>
                <a:gd name="T12" fmla="*/ 741 w 741"/>
                <a:gd name="T13" fmla="*/ 178 h 494"/>
                <a:gd name="T14" fmla="*/ 741 w 741"/>
                <a:gd name="T15" fmla="*/ 494 h 494"/>
                <a:gd name="T16" fmla="*/ 603 w 741"/>
                <a:gd name="T17" fmla="*/ 494 h 494"/>
                <a:gd name="T18" fmla="*/ 603 w 741"/>
                <a:gd name="T19" fmla="*/ 224 h 494"/>
                <a:gd name="T20" fmla="*/ 523 w 741"/>
                <a:gd name="T21" fmla="*/ 125 h 494"/>
                <a:gd name="T22" fmla="*/ 439 w 741"/>
                <a:gd name="T23" fmla="*/ 224 h 494"/>
                <a:gd name="T24" fmla="*/ 439 w 741"/>
                <a:gd name="T25" fmla="*/ 494 h 494"/>
                <a:gd name="T26" fmla="*/ 302 w 741"/>
                <a:gd name="T27" fmla="*/ 494 h 494"/>
                <a:gd name="T28" fmla="*/ 302 w 741"/>
                <a:gd name="T29" fmla="*/ 224 h 494"/>
                <a:gd name="T30" fmla="*/ 221 w 741"/>
                <a:gd name="T31" fmla="*/ 125 h 494"/>
                <a:gd name="T32" fmla="*/ 138 w 741"/>
                <a:gd name="T33" fmla="*/ 224 h 494"/>
                <a:gd name="T34" fmla="*/ 138 w 741"/>
                <a:gd name="T35" fmla="*/ 494 h 494"/>
                <a:gd name="T36" fmla="*/ 0 w 741"/>
                <a:gd name="T37" fmla="*/ 494 h 494"/>
                <a:gd name="T38" fmla="*/ 0 w 741"/>
                <a:gd name="T39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41" h="494">
                  <a:moveTo>
                    <a:pt x="0" y="9"/>
                  </a:moveTo>
                  <a:cubicBezTo>
                    <a:pt x="138" y="9"/>
                    <a:pt x="138" y="9"/>
                    <a:pt x="138" y="9"/>
                  </a:cubicBezTo>
                  <a:cubicBezTo>
                    <a:pt x="138" y="78"/>
                    <a:pt x="138" y="78"/>
                    <a:pt x="138" y="78"/>
                  </a:cubicBezTo>
                  <a:cubicBezTo>
                    <a:pt x="170" y="37"/>
                    <a:pt x="211" y="0"/>
                    <a:pt x="281" y="0"/>
                  </a:cubicBezTo>
                  <a:cubicBezTo>
                    <a:pt x="344" y="0"/>
                    <a:pt x="392" y="28"/>
                    <a:pt x="418" y="77"/>
                  </a:cubicBezTo>
                  <a:cubicBezTo>
                    <a:pt x="460" y="27"/>
                    <a:pt x="511" y="0"/>
                    <a:pt x="577" y="0"/>
                  </a:cubicBezTo>
                  <a:cubicBezTo>
                    <a:pt x="679" y="0"/>
                    <a:pt x="741" y="62"/>
                    <a:pt x="741" y="178"/>
                  </a:cubicBezTo>
                  <a:cubicBezTo>
                    <a:pt x="741" y="494"/>
                    <a:pt x="741" y="494"/>
                    <a:pt x="741" y="494"/>
                  </a:cubicBezTo>
                  <a:cubicBezTo>
                    <a:pt x="603" y="494"/>
                    <a:pt x="603" y="494"/>
                    <a:pt x="603" y="494"/>
                  </a:cubicBezTo>
                  <a:cubicBezTo>
                    <a:pt x="603" y="224"/>
                    <a:pt x="603" y="224"/>
                    <a:pt x="603" y="224"/>
                  </a:cubicBezTo>
                  <a:cubicBezTo>
                    <a:pt x="603" y="159"/>
                    <a:pt x="574" y="125"/>
                    <a:pt x="523" y="125"/>
                  </a:cubicBezTo>
                  <a:cubicBezTo>
                    <a:pt x="471" y="125"/>
                    <a:pt x="439" y="159"/>
                    <a:pt x="439" y="224"/>
                  </a:cubicBezTo>
                  <a:cubicBezTo>
                    <a:pt x="439" y="494"/>
                    <a:pt x="439" y="494"/>
                    <a:pt x="439" y="494"/>
                  </a:cubicBezTo>
                  <a:cubicBezTo>
                    <a:pt x="302" y="494"/>
                    <a:pt x="302" y="494"/>
                    <a:pt x="302" y="49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159"/>
                    <a:pt x="273" y="125"/>
                    <a:pt x="221" y="125"/>
                  </a:cubicBezTo>
                  <a:cubicBezTo>
                    <a:pt x="170" y="125"/>
                    <a:pt x="138" y="159"/>
                    <a:pt x="138" y="224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7" name="Freeform 7"/>
            <p:cNvSpPr>
              <a:spLocks noEditPoints="1"/>
            </p:cNvSpPr>
            <p:nvPr userDrawn="1"/>
          </p:nvSpPr>
          <p:spPr bwMode="auto">
            <a:xfrm>
              <a:off x="6125971" y="567985"/>
              <a:ext cx="193713" cy="216764"/>
            </a:xfrm>
            <a:custGeom>
              <a:avLst/>
              <a:gdLst>
                <a:gd name="T0" fmla="*/ 0 w 446"/>
                <a:gd name="T1" fmla="*/ 351 h 499"/>
                <a:gd name="T2" fmla="*/ 0 w 446"/>
                <a:gd name="T3" fmla="*/ 349 h 499"/>
                <a:gd name="T4" fmla="*/ 195 w 446"/>
                <a:gd name="T5" fmla="*/ 194 h 499"/>
                <a:gd name="T6" fmla="*/ 314 w 446"/>
                <a:gd name="T7" fmla="*/ 214 h 499"/>
                <a:gd name="T8" fmla="*/ 314 w 446"/>
                <a:gd name="T9" fmla="*/ 206 h 499"/>
                <a:gd name="T10" fmla="*/ 210 w 446"/>
                <a:gd name="T11" fmla="*/ 117 h 499"/>
                <a:gd name="T12" fmla="*/ 76 w 446"/>
                <a:gd name="T13" fmla="*/ 144 h 499"/>
                <a:gd name="T14" fmla="*/ 42 w 446"/>
                <a:gd name="T15" fmla="*/ 39 h 499"/>
                <a:gd name="T16" fmla="*/ 230 w 446"/>
                <a:gd name="T17" fmla="*/ 0 h 499"/>
                <a:gd name="T18" fmla="*/ 394 w 446"/>
                <a:gd name="T19" fmla="*/ 54 h 499"/>
                <a:gd name="T20" fmla="*/ 446 w 446"/>
                <a:gd name="T21" fmla="*/ 209 h 499"/>
                <a:gd name="T22" fmla="*/ 446 w 446"/>
                <a:gd name="T23" fmla="*/ 490 h 499"/>
                <a:gd name="T24" fmla="*/ 313 w 446"/>
                <a:gd name="T25" fmla="*/ 490 h 499"/>
                <a:gd name="T26" fmla="*/ 313 w 446"/>
                <a:gd name="T27" fmla="*/ 438 h 499"/>
                <a:gd name="T28" fmla="*/ 166 w 446"/>
                <a:gd name="T29" fmla="*/ 499 h 499"/>
                <a:gd name="T30" fmla="*/ 0 w 446"/>
                <a:gd name="T31" fmla="*/ 351 h 499"/>
                <a:gd name="T32" fmla="*/ 316 w 446"/>
                <a:gd name="T33" fmla="*/ 319 h 499"/>
                <a:gd name="T34" fmla="*/ 316 w 446"/>
                <a:gd name="T35" fmla="*/ 295 h 499"/>
                <a:gd name="T36" fmla="*/ 228 w 446"/>
                <a:gd name="T37" fmla="*/ 277 h 499"/>
                <a:gd name="T38" fmla="*/ 133 w 446"/>
                <a:gd name="T39" fmla="*/ 344 h 499"/>
                <a:gd name="T40" fmla="*/ 133 w 446"/>
                <a:gd name="T41" fmla="*/ 346 h 499"/>
                <a:gd name="T42" fmla="*/ 208 w 446"/>
                <a:gd name="T43" fmla="*/ 404 h 499"/>
                <a:gd name="T44" fmla="*/ 316 w 446"/>
                <a:gd name="T45" fmla="*/ 31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499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3"/>
                    <a:pt x="80" y="194"/>
                    <a:pt x="195" y="194"/>
                  </a:cubicBezTo>
                  <a:cubicBezTo>
                    <a:pt x="244" y="194"/>
                    <a:pt x="280" y="202"/>
                    <a:pt x="314" y="214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7"/>
                    <a:pt x="210" y="117"/>
                  </a:cubicBezTo>
                  <a:cubicBezTo>
                    <a:pt x="157" y="117"/>
                    <a:pt x="120" y="127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7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0"/>
                    <a:pt x="446" y="144"/>
                    <a:pt x="446" y="209"/>
                  </a:cubicBezTo>
                  <a:cubicBezTo>
                    <a:pt x="446" y="490"/>
                    <a:pt x="446" y="490"/>
                    <a:pt x="446" y="490"/>
                  </a:cubicBezTo>
                  <a:cubicBezTo>
                    <a:pt x="313" y="490"/>
                    <a:pt x="313" y="490"/>
                    <a:pt x="313" y="490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3" y="499"/>
                    <a:pt x="166" y="499"/>
                  </a:cubicBezTo>
                  <a:cubicBezTo>
                    <a:pt x="75" y="499"/>
                    <a:pt x="0" y="447"/>
                    <a:pt x="0" y="351"/>
                  </a:cubicBezTo>
                  <a:close/>
                  <a:moveTo>
                    <a:pt x="316" y="319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0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4"/>
                    <a:pt x="208" y="404"/>
                  </a:cubicBezTo>
                  <a:cubicBezTo>
                    <a:pt x="272" y="404"/>
                    <a:pt x="316" y="369"/>
                    <a:pt x="316" y="3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8" name="Freeform 8"/>
            <p:cNvSpPr/>
            <p:nvPr userDrawn="1"/>
          </p:nvSpPr>
          <p:spPr bwMode="auto">
            <a:xfrm>
              <a:off x="6336529" y="564438"/>
              <a:ext cx="127665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9" name="Freeform 9"/>
            <p:cNvSpPr/>
            <p:nvPr userDrawn="1"/>
          </p:nvSpPr>
          <p:spPr bwMode="auto">
            <a:xfrm>
              <a:off x="6475719" y="516121"/>
              <a:ext cx="134757" cy="268184"/>
            </a:xfrm>
            <a:custGeom>
              <a:avLst/>
              <a:gdLst>
                <a:gd name="T0" fmla="*/ 58 w 310"/>
                <a:gd name="T1" fmla="*/ 472 h 617"/>
                <a:gd name="T2" fmla="*/ 58 w 310"/>
                <a:gd name="T3" fmla="*/ 242 h 617"/>
                <a:gd name="T4" fmla="*/ 0 w 310"/>
                <a:gd name="T5" fmla="*/ 242 h 617"/>
                <a:gd name="T6" fmla="*/ 0 w 310"/>
                <a:gd name="T7" fmla="*/ 124 h 617"/>
                <a:gd name="T8" fmla="*/ 58 w 310"/>
                <a:gd name="T9" fmla="*/ 124 h 617"/>
                <a:gd name="T10" fmla="*/ 58 w 310"/>
                <a:gd name="T11" fmla="*/ 0 h 617"/>
                <a:gd name="T12" fmla="*/ 196 w 310"/>
                <a:gd name="T13" fmla="*/ 0 h 617"/>
                <a:gd name="T14" fmla="*/ 196 w 310"/>
                <a:gd name="T15" fmla="*/ 124 h 617"/>
                <a:gd name="T16" fmla="*/ 310 w 310"/>
                <a:gd name="T17" fmla="*/ 124 h 617"/>
                <a:gd name="T18" fmla="*/ 310 w 310"/>
                <a:gd name="T19" fmla="*/ 242 h 617"/>
                <a:gd name="T20" fmla="*/ 196 w 310"/>
                <a:gd name="T21" fmla="*/ 242 h 617"/>
                <a:gd name="T22" fmla="*/ 196 w 310"/>
                <a:gd name="T23" fmla="*/ 449 h 617"/>
                <a:gd name="T24" fmla="*/ 240 w 310"/>
                <a:gd name="T25" fmla="*/ 496 h 617"/>
                <a:gd name="T26" fmla="*/ 308 w 310"/>
                <a:gd name="T27" fmla="*/ 479 h 617"/>
                <a:gd name="T28" fmla="*/ 308 w 310"/>
                <a:gd name="T29" fmla="*/ 589 h 617"/>
                <a:gd name="T30" fmla="*/ 199 w 310"/>
                <a:gd name="T31" fmla="*/ 617 h 617"/>
                <a:gd name="T32" fmla="*/ 58 w 310"/>
                <a:gd name="T33" fmla="*/ 47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7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6" y="242"/>
                    <a:pt x="196" y="242"/>
                    <a:pt x="196" y="242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89"/>
                    <a:pt x="308" y="589"/>
                    <a:pt x="308" y="589"/>
                  </a:cubicBezTo>
                  <a:cubicBezTo>
                    <a:pt x="279" y="607"/>
                    <a:pt x="245" y="617"/>
                    <a:pt x="199" y="617"/>
                  </a:cubicBezTo>
                  <a:cubicBezTo>
                    <a:pt x="115" y="617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0" name="Freeform 10"/>
            <p:cNvSpPr>
              <a:spLocks noEditPoints="1"/>
            </p:cNvSpPr>
            <p:nvPr userDrawn="1"/>
          </p:nvSpPr>
          <p:spPr bwMode="auto">
            <a:xfrm>
              <a:off x="6618455" y="566212"/>
              <a:ext cx="207012" cy="219424"/>
            </a:xfrm>
            <a:custGeom>
              <a:avLst/>
              <a:gdLst>
                <a:gd name="T0" fmla="*/ 0 w 476"/>
                <a:gd name="T1" fmla="*/ 254 h 505"/>
                <a:gd name="T2" fmla="*/ 0 w 476"/>
                <a:gd name="T3" fmla="*/ 253 h 505"/>
                <a:gd name="T4" fmla="*/ 240 w 476"/>
                <a:gd name="T5" fmla="*/ 0 h 505"/>
                <a:gd name="T6" fmla="*/ 476 w 476"/>
                <a:gd name="T7" fmla="*/ 263 h 505"/>
                <a:gd name="T8" fmla="*/ 475 w 476"/>
                <a:gd name="T9" fmla="*/ 300 h 505"/>
                <a:gd name="T10" fmla="*/ 137 w 476"/>
                <a:gd name="T11" fmla="*/ 300 h 505"/>
                <a:gd name="T12" fmla="*/ 256 w 476"/>
                <a:gd name="T13" fmla="*/ 395 h 505"/>
                <a:gd name="T14" fmla="*/ 373 w 476"/>
                <a:gd name="T15" fmla="*/ 345 h 505"/>
                <a:gd name="T16" fmla="*/ 452 w 476"/>
                <a:gd name="T17" fmla="*/ 415 h 505"/>
                <a:gd name="T18" fmla="*/ 254 w 476"/>
                <a:gd name="T19" fmla="*/ 505 h 505"/>
                <a:gd name="T20" fmla="*/ 0 w 476"/>
                <a:gd name="T21" fmla="*/ 254 h 505"/>
                <a:gd name="T22" fmla="*/ 342 w 476"/>
                <a:gd name="T23" fmla="*/ 214 h 505"/>
                <a:gd name="T24" fmla="*/ 240 w 476"/>
                <a:gd name="T25" fmla="*/ 111 h 505"/>
                <a:gd name="T26" fmla="*/ 135 w 476"/>
                <a:gd name="T27" fmla="*/ 214 h 505"/>
                <a:gd name="T28" fmla="*/ 342 w 476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6" y="126"/>
                    <a:pt x="476" y="263"/>
                  </a:cubicBezTo>
                  <a:cubicBezTo>
                    <a:pt x="476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2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2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1" name="Freeform 11"/>
            <p:cNvSpPr/>
            <p:nvPr userDrawn="1"/>
          </p:nvSpPr>
          <p:spPr bwMode="auto">
            <a:xfrm>
              <a:off x="6837879" y="564438"/>
              <a:ext cx="127221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2" name="Freeform 12"/>
            <p:cNvSpPr/>
            <p:nvPr userDrawn="1"/>
          </p:nvSpPr>
          <p:spPr bwMode="auto">
            <a:xfrm>
              <a:off x="4988072" y="888476"/>
              <a:ext cx="134757" cy="268628"/>
            </a:xfrm>
            <a:custGeom>
              <a:avLst/>
              <a:gdLst>
                <a:gd name="T0" fmla="*/ 58 w 310"/>
                <a:gd name="T1" fmla="*/ 472 h 618"/>
                <a:gd name="T2" fmla="*/ 58 w 310"/>
                <a:gd name="T3" fmla="*/ 242 h 618"/>
                <a:gd name="T4" fmla="*/ 0 w 310"/>
                <a:gd name="T5" fmla="*/ 242 h 618"/>
                <a:gd name="T6" fmla="*/ 0 w 310"/>
                <a:gd name="T7" fmla="*/ 124 h 618"/>
                <a:gd name="T8" fmla="*/ 58 w 310"/>
                <a:gd name="T9" fmla="*/ 124 h 618"/>
                <a:gd name="T10" fmla="*/ 58 w 310"/>
                <a:gd name="T11" fmla="*/ 0 h 618"/>
                <a:gd name="T12" fmla="*/ 195 w 310"/>
                <a:gd name="T13" fmla="*/ 0 h 618"/>
                <a:gd name="T14" fmla="*/ 195 w 310"/>
                <a:gd name="T15" fmla="*/ 124 h 618"/>
                <a:gd name="T16" fmla="*/ 310 w 310"/>
                <a:gd name="T17" fmla="*/ 124 h 618"/>
                <a:gd name="T18" fmla="*/ 310 w 310"/>
                <a:gd name="T19" fmla="*/ 242 h 618"/>
                <a:gd name="T20" fmla="*/ 195 w 310"/>
                <a:gd name="T21" fmla="*/ 242 h 618"/>
                <a:gd name="T22" fmla="*/ 195 w 310"/>
                <a:gd name="T23" fmla="*/ 449 h 618"/>
                <a:gd name="T24" fmla="*/ 240 w 310"/>
                <a:gd name="T25" fmla="*/ 496 h 618"/>
                <a:gd name="T26" fmla="*/ 308 w 310"/>
                <a:gd name="T27" fmla="*/ 479 h 618"/>
                <a:gd name="T28" fmla="*/ 308 w 310"/>
                <a:gd name="T29" fmla="*/ 590 h 618"/>
                <a:gd name="T30" fmla="*/ 199 w 310"/>
                <a:gd name="T31" fmla="*/ 618 h 618"/>
                <a:gd name="T32" fmla="*/ 58 w 310"/>
                <a:gd name="T33" fmla="*/ 472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8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5" y="242"/>
                    <a:pt x="195" y="242"/>
                    <a:pt x="195" y="242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90"/>
                    <a:pt x="308" y="590"/>
                    <a:pt x="308" y="590"/>
                  </a:cubicBezTo>
                  <a:cubicBezTo>
                    <a:pt x="279" y="607"/>
                    <a:pt x="245" y="618"/>
                    <a:pt x="199" y="618"/>
                  </a:cubicBezTo>
                  <a:cubicBezTo>
                    <a:pt x="115" y="618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3" name="Freeform 13"/>
            <p:cNvSpPr>
              <a:spLocks noEditPoints="1"/>
            </p:cNvSpPr>
            <p:nvPr userDrawn="1"/>
          </p:nvSpPr>
          <p:spPr bwMode="auto">
            <a:xfrm>
              <a:off x="5131251" y="938123"/>
              <a:ext cx="207455" cy="219867"/>
            </a:xfrm>
            <a:custGeom>
              <a:avLst/>
              <a:gdLst>
                <a:gd name="T0" fmla="*/ 0 w 477"/>
                <a:gd name="T1" fmla="*/ 254 h 505"/>
                <a:gd name="T2" fmla="*/ 0 w 477"/>
                <a:gd name="T3" fmla="*/ 253 h 505"/>
                <a:gd name="T4" fmla="*/ 240 w 477"/>
                <a:gd name="T5" fmla="*/ 0 h 505"/>
                <a:gd name="T6" fmla="*/ 477 w 477"/>
                <a:gd name="T7" fmla="*/ 263 h 505"/>
                <a:gd name="T8" fmla="*/ 475 w 477"/>
                <a:gd name="T9" fmla="*/ 300 h 505"/>
                <a:gd name="T10" fmla="*/ 137 w 477"/>
                <a:gd name="T11" fmla="*/ 300 h 505"/>
                <a:gd name="T12" fmla="*/ 256 w 477"/>
                <a:gd name="T13" fmla="*/ 395 h 505"/>
                <a:gd name="T14" fmla="*/ 373 w 477"/>
                <a:gd name="T15" fmla="*/ 345 h 505"/>
                <a:gd name="T16" fmla="*/ 452 w 477"/>
                <a:gd name="T17" fmla="*/ 415 h 505"/>
                <a:gd name="T18" fmla="*/ 254 w 477"/>
                <a:gd name="T19" fmla="*/ 505 h 505"/>
                <a:gd name="T20" fmla="*/ 0 w 477"/>
                <a:gd name="T21" fmla="*/ 254 h 505"/>
                <a:gd name="T22" fmla="*/ 343 w 477"/>
                <a:gd name="T23" fmla="*/ 214 h 505"/>
                <a:gd name="T24" fmla="*/ 240 w 477"/>
                <a:gd name="T25" fmla="*/ 111 h 505"/>
                <a:gd name="T26" fmla="*/ 135 w 477"/>
                <a:gd name="T27" fmla="*/ 214 h 505"/>
                <a:gd name="T28" fmla="*/ 343 w 477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7" y="126"/>
                    <a:pt x="477" y="263"/>
                  </a:cubicBezTo>
                  <a:cubicBezTo>
                    <a:pt x="477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3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3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4" name="Freeform 14"/>
            <p:cNvSpPr/>
            <p:nvPr userDrawn="1"/>
          </p:nvSpPr>
          <p:spPr bwMode="auto">
            <a:xfrm>
              <a:off x="5348015" y="938123"/>
              <a:ext cx="195486" cy="219867"/>
            </a:xfrm>
            <a:custGeom>
              <a:avLst/>
              <a:gdLst>
                <a:gd name="T0" fmla="*/ 0 w 450"/>
                <a:gd name="T1" fmla="*/ 254 h 505"/>
                <a:gd name="T2" fmla="*/ 0 w 450"/>
                <a:gd name="T3" fmla="*/ 253 h 505"/>
                <a:gd name="T4" fmla="*/ 254 w 450"/>
                <a:gd name="T5" fmla="*/ 0 h 505"/>
                <a:gd name="T6" fmla="*/ 448 w 450"/>
                <a:gd name="T7" fmla="*/ 82 h 505"/>
                <a:gd name="T8" fmla="*/ 363 w 450"/>
                <a:gd name="T9" fmla="*/ 172 h 505"/>
                <a:gd name="T10" fmla="*/ 253 w 450"/>
                <a:gd name="T11" fmla="*/ 119 h 505"/>
                <a:gd name="T12" fmla="*/ 135 w 450"/>
                <a:gd name="T13" fmla="*/ 251 h 505"/>
                <a:gd name="T14" fmla="*/ 135 w 450"/>
                <a:gd name="T15" fmla="*/ 253 h 505"/>
                <a:gd name="T16" fmla="*/ 258 w 450"/>
                <a:gd name="T17" fmla="*/ 387 h 505"/>
                <a:gd name="T18" fmla="*/ 370 w 450"/>
                <a:gd name="T19" fmla="*/ 335 h 505"/>
                <a:gd name="T20" fmla="*/ 450 w 450"/>
                <a:gd name="T21" fmla="*/ 416 h 505"/>
                <a:gd name="T22" fmla="*/ 252 w 450"/>
                <a:gd name="T23" fmla="*/ 505 h 505"/>
                <a:gd name="T24" fmla="*/ 0 w 450"/>
                <a:gd name="T25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0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06" y="0"/>
                    <a:pt x="254" y="0"/>
                  </a:cubicBezTo>
                  <a:cubicBezTo>
                    <a:pt x="345" y="0"/>
                    <a:pt x="402" y="31"/>
                    <a:pt x="448" y="82"/>
                  </a:cubicBezTo>
                  <a:cubicBezTo>
                    <a:pt x="363" y="172"/>
                    <a:pt x="363" y="172"/>
                    <a:pt x="363" y="172"/>
                  </a:cubicBezTo>
                  <a:cubicBezTo>
                    <a:pt x="333" y="139"/>
                    <a:pt x="302" y="119"/>
                    <a:pt x="253" y="119"/>
                  </a:cubicBezTo>
                  <a:cubicBezTo>
                    <a:pt x="184" y="119"/>
                    <a:pt x="135" y="179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7"/>
                    <a:pt x="183" y="387"/>
                    <a:pt x="258" y="387"/>
                  </a:cubicBezTo>
                  <a:cubicBezTo>
                    <a:pt x="305" y="387"/>
                    <a:pt x="336" y="367"/>
                    <a:pt x="370" y="335"/>
                  </a:cubicBezTo>
                  <a:cubicBezTo>
                    <a:pt x="450" y="416"/>
                    <a:pt x="450" y="416"/>
                    <a:pt x="450" y="416"/>
                  </a:cubicBezTo>
                  <a:cubicBezTo>
                    <a:pt x="403" y="468"/>
                    <a:pt x="349" y="505"/>
                    <a:pt x="252" y="505"/>
                  </a:cubicBezTo>
                  <a:cubicBezTo>
                    <a:pt x="106" y="505"/>
                    <a:pt x="0" y="393"/>
                    <a:pt x="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5" name="Freeform 15"/>
            <p:cNvSpPr/>
            <p:nvPr userDrawn="1"/>
          </p:nvSpPr>
          <p:spPr bwMode="auto">
            <a:xfrm>
              <a:off x="5553254" y="866312"/>
              <a:ext cx="193270" cy="286802"/>
            </a:xfrm>
            <a:custGeom>
              <a:avLst/>
              <a:gdLst>
                <a:gd name="T0" fmla="*/ 0 w 445"/>
                <a:gd name="T1" fmla="*/ 0 h 660"/>
                <a:gd name="T2" fmla="*/ 138 w 445"/>
                <a:gd name="T3" fmla="*/ 0 h 660"/>
                <a:gd name="T4" fmla="*/ 138 w 445"/>
                <a:gd name="T5" fmla="*/ 244 h 660"/>
                <a:gd name="T6" fmla="*/ 280 w 445"/>
                <a:gd name="T7" fmla="*/ 166 h 660"/>
                <a:gd name="T8" fmla="*/ 445 w 445"/>
                <a:gd name="T9" fmla="*/ 346 h 660"/>
                <a:gd name="T10" fmla="*/ 445 w 445"/>
                <a:gd name="T11" fmla="*/ 660 h 660"/>
                <a:gd name="T12" fmla="*/ 307 w 445"/>
                <a:gd name="T13" fmla="*/ 660 h 660"/>
                <a:gd name="T14" fmla="*/ 307 w 445"/>
                <a:gd name="T15" fmla="*/ 390 h 660"/>
                <a:gd name="T16" fmla="*/ 224 w 445"/>
                <a:gd name="T17" fmla="*/ 291 h 660"/>
                <a:gd name="T18" fmla="*/ 138 w 445"/>
                <a:gd name="T19" fmla="*/ 390 h 660"/>
                <a:gd name="T20" fmla="*/ 138 w 445"/>
                <a:gd name="T21" fmla="*/ 660 h 660"/>
                <a:gd name="T22" fmla="*/ 0 w 445"/>
                <a:gd name="T23" fmla="*/ 660 h 660"/>
                <a:gd name="T24" fmla="*/ 0 w 445"/>
                <a:gd name="T25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5" h="660">
                  <a:moveTo>
                    <a:pt x="0" y="0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138" y="244"/>
                    <a:pt x="138" y="244"/>
                    <a:pt x="138" y="244"/>
                  </a:cubicBezTo>
                  <a:cubicBezTo>
                    <a:pt x="169" y="203"/>
                    <a:pt x="210" y="166"/>
                    <a:pt x="280" y="166"/>
                  </a:cubicBezTo>
                  <a:cubicBezTo>
                    <a:pt x="384" y="166"/>
                    <a:pt x="445" y="235"/>
                    <a:pt x="445" y="346"/>
                  </a:cubicBezTo>
                  <a:cubicBezTo>
                    <a:pt x="445" y="660"/>
                    <a:pt x="445" y="660"/>
                    <a:pt x="445" y="660"/>
                  </a:cubicBezTo>
                  <a:cubicBezTo>
                    <a:pt x="307" y="660"/>
                    <a:pt x="307" y="660"/>
                    <a:pt x="307" y="66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24"/>
                    <a:pt x="276" y="291"/>
                    <a:pt x="224" y="291"/>
                  </a:cubicBezTo>
                  <a:cubicBezTo>
                    <a:pt x="171" y="291"/>
                    <a:pt x="138" y="324"/>
                    <a:pt x="138" y="390"/>
                  </a:cubicBezTo>
                  <a:cubicBezTo>
                    <a:pt x="138" y="660"/>
                    <a:pt x="138" y="660"/>
                    <a:pt x="138" y="660"/>
                  </a:cubicBezTo>
                  <a:cubicBezTo>
                    <a:pt x="0" y="660"/>
                    <a:pt x="0" y="660"/>
                    <a:pt x="0" y="66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6" name="Freeform 16"/>
            <p:cNvSpPr/>
            <p:nvPr userDrawn="1"/>
          </p:nvSpPr>
          <p:spPr bwMode="auto">
            <a:xfrm>
              <a:off x="5762039" y="938123"/>
              <a:ext cx="192827" cy="214991"/>
            </a:xfrm>
            <a:custGeom>
              <a:avLst/>
              <a:gdLst>
                <a:gd name="T0" fmla="*/ 0 w 444"/>
                <a:gd name="T1" fmla="*/ 9 h 494"/>
                <a:gd name="T2" fmla="*/ 137 w 444"/>
                <a:gd name="T3" fmla="*/ 9 h 494"/>
                <a:gd name="T4" fmla="*/ 137 w 444"/>
                <a:gd name="T5" fmla="*/ 78 h 494"/>
                <a:gd name="T6" fmla="*/ 279 w 444"/>
                <a:gd name="T7" fmla="*/ 0 h 494"/>
                <a:gd name="T8" fmla="*/ 444 w 444"/>
                <a:gd name="T9" fmla="*/ 180 h 494"/>
                <a:gd name="T10" fmla="*/ 444 w 444"/>
                <a:gd name="T11" fmla="*/ 494 h 494"/>
                <a:gd name="T12" fmla="*/ 306 w 444"/>
                <a:gd name="T13" fmla="*/ 494 h 494"/>
                <a:gd name="T14" fmla="*/ 306 w 444"/>
                <a:gd name="T15" fmla="*/ 224 h 494"/>
                <a:gd name="T16" fmla="*/ 223 w 444"/>
                <a:gd name="T17" fmla="*/ 125 h 494"/>
                <a:gd name="T18" fmla="*/ 137 w 444"/>
                <a:gd name="T19" fmla="*/ 224 h 494"/>
                <a:gd name="T20" fmla="*/ 137 w 444"/>
                <a:gd name="T21" fmla="*/ 494 h 494"/>
                <a:gd name="T22" fmla="*/ 0 w 444"/>
                <a:gd name="T23" fmla="*/ 494 h 494"/>
                <a:gd name="T24" fmla="*/ 0 w 444"/>
                <a:gd name="T25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4" h="494">
                  <a:moveTo>
                    <a:pt x="0" y="9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69" y="37"/>
                    <a:pt x="210" y="0"/>
                    <a:pt x="279" y="0"/>
                  </a:cubicBezTo>
                  <a:cubicBezTo>
                    <a:pt x="383" y="0"/>
                    <a:pt x="444" y="69"/>
                    <a:pt x="444" y="180"/>
                  </a:cubicBezTo>
                  <a:cubicBezTo>
                    <a:pt x="444" y="494"/>
                    <a:pt x="444" y="494"/>
                    <a:pt x="444" y="494"/>
                  </a:cubicBezTo>
                  <a:cubicBezTo>
                    <a:pt x="306" y="494"/>
                    <a:pt x="306" y="494"/>
                    <a:pt x="306" y="494"/>
                  </a:cubicBezTo>
                  <a:cubicBezTo>
                    <a:pt x="306" y="224"/>
                    <a:pt x="306" y="224"/>
                    <a:pt x="306" y="224"/>
                  </a:cubicBezTo>
                  <a:cubicBezTo>
                    <a:pt x="306" y="158"/>
                    <a:pt x="276" y="125"/>
                    <a:pt x="223" y="125"/>
                  </a:cubicBezTo>
                  <a:cubicBezTo>
                    <a:pt x="171" y="125"/>
                    <a:pt x="137" y="158"/>
                    <a:pt x="137" y="224"/>
                  </a:cubicBezTo>
                  <a:cubicBezTo>
                    <a:pt x="137" y="494"/>
                    <a:pt x="137" y="494"/>
                    <a:pt x="137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7" name="Freeform 17"/>
            <p:cNvSpPr>
              <a:spLocks noEditPoints="1"/>
            </p:cNvSpPr>
            <p:nvPr userDrawn="1"/>
          </p:nvSpPr>
          <p:spPr bwMode="auto">
            <a:xfrm>
              <a:off x="5967277" y="938123"/>
              <a:ext cx="228289" cy="219867"/>
            </a:xfrm>
            <a:custGeom>
              <a:avLst/>
              <a:gdLst>
                <a:gd name="T0" fmla="*/ 0 w 525"/>
                <a:gd name="T1" fmla="*/ 254 h 505"/>
                <a:gd name="T2" fmla="*/ 0 w 525"/>
                <a:gd name="T3" fmla="*/ 253 h 505"/>
                <a:gd name="T4" fmla="*/ 263 w 525"/>
                <a:gd name="T5" fmla="*/ 0 h 505"/>
                <a:gd name="T6" fmla="*/ 525 w 525"/>
                <a:gd name="T7" fmla="*/ 251 h 505"/>
                <a:gd name="T8" fmla="*/ 525 w 525"/>
                <a:gd name="T9" fmla="*/ 253 h 505"/>
                <a:gd name="T10" fmla="*/ 262 w 525"/>
                <a:gd name="T11" fmla="*/ 505 h 505"/>
                <a:gd name="T12" fmla="*/ 0 w 525"/>
                <a:gd name="T13" fmla="*/ 254 h 505"/>
                <a:gd name="T14" fmla="*/ 389 w 525"/>
                <a:gd name="T15" fmla="*/ 254 h 505"/>
                <a:gd name="T16" fmla="*/ 389 w 525"/>
                <a:gd name="T17" fmla="*/ 253 h 505"/>
                <a:gd name="T18" fmla="*/ 262 w 525"/>
                <a:gd name="T19" fmla="*/ 119 h 505"/>
                <a:gd name="T20" fmla="*/ 136 w 525"/>
                <a:gd name="T21" fmla="*/ 251 h 505"/>
                <a:gd name="T22" fmla="*/ 136 w 525"/>
                <a:gd name="T23" fmla="*/ 253 h 505"/>
                <a:gd name="T24" fmla="*/ 263 w 525"/>
                <a:gd name="T25" fmla="*/ 387 h 505"/>
                <a:gd name="T26" fmla="*/ 389 w 525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2" y="0"/>
                    <a:pt x="263" y="0"/>
                  </a:cubicBezTo>
                  <a:cubicBezTo>
                    <a:pt x="414" y="0"/>
                    <a:pt x="525" y="111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3" y="505"/>
                    <a:pt x="262" y="505"/>
                  </a:cubicBezTo>
                  <a:cubicBezTo>
                    <a:pt x="111" y="505"/>
                    <a:pt x="0" y="394"/>
                    <a:pt x="0" y="254"/>
                  </a:cubicBezTo>
                  <a:close/>
                  <a:moveTo>
                    <a:pt x="389" y="254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8" name="Rectangle 18"/>
            <p:cNvSpPr>
              <a:spLocks noChangeArrowheads="1"/>
            </p:cNvSpPr>
            <p:nvPr userDrawn="1"/>
          </p:nvSpPr>
          <p:spPr bwMode="auto">
            <a:xfrm>
              <a:off x="6207091" y="866312"/>
              <a:ext cx="59843" cy="28680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9" name="Freeform 19"/>
            <p:cNvSpPr>
              <a:spLocks noEditPoints="1"/>
            </p:cNvSpPr>
            <p:nvPr userDrawn="1"/>
          </p:nvSpPr>
          <p:spPr bwMode="auto">
            <a:xfrm>
              <a:off x="6278460" y="938123"/>
              <a:ext cx="228732" cy="219867"/>
            </a:xfrm>
            <a:custGeom>
              <a:avLst/>
              <a:gdLst>
                <a:gd name="T0" fmla="*/ 0 w 526"/>
                <a:gd name="T1" fmla="*/ 254 h 505"/>
                <a:gd name="T2" fmla="*/ 0 w 526"/>
                <a:gd name="T3" fmla="*/ 253 h 505"/>
                <a:gd name="T4" fmla="*/ 264 w 526"/>
                <a:gd name="T5" fmla="*/ 0 h 505"/>
                <a:gd name="T6" fmla="*/ 526 w 526"/>
                <a:gd name="T7" fmla="*/ 251 h 505"/>
                <a:gd name="T8" fmla="*/ 526 w 526"/>
                <a:gd name="T9" fmla="*/ 253 h 505"/>
                <a:gd name="T10" fmla="*/ 262 w 526"/>
                <a:gd name="T11" fmla="*/ 505 h 505"/>
                <a:gd name="T12" fmla="*/ 0 w 526"/>
                <a:gd name="T13" fmla="*/ 254 h 505"/>
                <a:gd name="T14" fmla="*/ 390 w 526"/>
                <a:gd name="T15" fmla="*/ 254 h 505"/>
                <a:gd name="T16" fmla="*/ 390 w 526"/>
                <a:gd name="T17" fmla="*/ 253 h 505"/>
                <a:gd name="T18" fmla="*/ 262 w 526"/>
                <a:gd name="T19" fmla="*/ 119 h 505"/>
                <a:gd name="T20" fmla="*/ 136 w 526"/>
                <a:gd name="T21" fmla="*/ 251 h 505"/>
                <a:gd name="T22" fmla="*/ 136 w 526"/>
                <a:gd name="T23" fmla="*/ 253 h 505"/>
                <a:gd name="T24" fmla="*/ 264 w 526"/>
                <a:gd name="T25" fmla="*/ 387 h 505"/>
                <a:gd name="T26" fmla="*/ 390 w 526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3" y="0"/>
                    <a:pt x="264" y="0"/>
                  </a:cubicBezTo>
                  <a:cubicBezTo>
                    <a:pt x="414" y="0"/>
                    <a:pt x="526" y="111"/>
                    <a:pt x="526" y="251"/>
                  </a:cubicBezTo>
                  <a:cubicBezTo>
                    <a:pt x="526" y="253"/>
                    <a:pt x="526" y="253"/>
                    <a:pt x="526" y="253"/>
                  </a:cubicBezTo>
                  <a:cubicBezTo>
                    <a:pt x="526" y="392"/>
                    <a:pt x="413" y="505"/>
                    <a:pt x="262" y="505"/>
                  </a:cubicBezTo>
                  <a:cubicBezTo>
                    <a:pt x="112" y="505"/>
                    <a:pt x="0" y="394"/>
                    <a:pt x="0" y="254"/>
                  </a:cubicBezTo>
                  <a:close/>
                  <a:moveTo>
                    <a:pt x="390" y="254"/>
                  </a:moveTo>
                  <a:cubicBezTo>
                    <a:pt x="390" y="253"/>
                    <a:pt x="390" y="253"/>
                    <a:pt x="390" y="253"/>
                  </a:cubicBezTo>
                  <a:cubicBezTo>
                    <a:pt x="390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8" y="387"/>
                    <a:pt x="264" y="387"/>
                  </a:cubicBezTo>
                  <a:cubicBezTo>
                    <a:pt x="343" y="387"/>
                    <a:pt x="390" y="326"/>
                    <a:pt x="39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0" name="Freeform 20"/>
            <p:cNvSpPr>
              <a:spLocks noEditPoints="1"/>
            </p:cNvSpPr>
            <p:nvPr userDrawn="1"/>
          </p:nvSpPr>
          <p:spPr bwMode="auto">
            <a:xfrm>
              <a:off x="6516057" y="938123"/>
              <a:ext cx="221197" cy="278823"/>
            </a:xfrm>
            <a:custGeom>
              <a:avLst/>
              <a:gdLst>
                <a:gd name="T0" fmla="*/ 24 w 509"/>
                <a:gd name="T1" fmla="*/ 590 h 641"/>
                <a:gd name="T2" fmla="*/ 71 w 509"/>
                <a:gd name="T3" fmla="*/ 487 h 641"/>
                <a:gd name="T4" fmla="*/ 235 w 509"/>
                <a:gd name="T5" fmla="*/ 531 h 641"/>
                <a:gd name="T6" fmla="*/ 373 w 509"/>
                <a:gd name="T7" fmla="*/ 399 h 641"/>
                <a:gd name="T8" fmla="*/ 373 w 509"/>
                <a:gd name="T9" fmla="*/ 376 h 641"/>
                <a:gd name="T10" fmla="*/ 215 w 509"/>
                <a:gd name="T11" fmla="*/ 454 h 641"/>
                <a:gd name="T12" fmla="*/ 0 w 509"/>
                <a:gd name="T13" fmla="*/ 228 h 641"/>
                <a:gd name="T14" fmla="*/ 0 w 509"/>
                <a:gd name="T15" fmla="*/ 226 h 641"/>
                <a:gd name="T16" fmla="*/ 215 w 509"/>
                <a:gd name="T17" fmla="*/ 0 h 641"/>
                <a:gd name="T18" fmla="*/ 372 w 509"/>
                <a:gd name="T19" fmla="*/ 72 h 641"/>
                <a:gd name="T20" fmla="*/ 372 w 509"/>
                <a:gd name="T21" fmla="*/ 9 h 641"/>
                <a:gd name="T22" fmla="*/ 509 w 509"/>
                <a:gd name="T23" fmla="*/ 9 h 641"/>
                <a:gd name="T24" fmla="*/ 509 w 509"/>
                <a:gd name="T25" fmla="*/ 385 h 641"/>
                <a:gd name="T26" fmla="*/ 448 w 509"/>
                <a:gd name="T27" fmla="*/ 576 h 641"/>
                <a:gd name="T28" fmla="*/ 239 w 509"/>
                <a:gd name="T29" fmla="*/ 641 h 641"/>
                <a:gd name="T30" fmla="*/ 24 w 509"/>
                <a:gd name="T31" fmla="*/ 590 h 641"/>
                <a:gd name="T32" fmla="*/ 373 w 509"/>
                <a:gd name="T33" fmla="*/ 228 h 641"/>
                <a:gd name="T34" fmla="*/ 373 w 509"/>
                <a:gd name="T35" fmla="*/ 226 h 641"/>
                <a:gd name="T36" fmla="*/ 255 w 509"/>
                <a:gd name="T37" fmla="*/ 114 h 641"/>
                <a:gd name="T38" fmla="*/ 137 w 509"/>
                <a:gd name="T39" fmla="*/ 226 h 641"/>
                <a:gd name="T40" fmla="*/ 137 w 509"/>
                <a:gd name="T41" fmla="*/ 228 h 641"/>
                <a:gd name="T42" fmla="*/ 255 w 509"/>
                <a:gd name="T43" fmla="*/ 340 h 641"/>
                <a:gd name="T44" fmla="*/ 373 w 509"/>
                <a:gd name="T45" fmla="*/ 228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9" h="641">
                  <a:moveTo>
                    <a:pt x="24" y="590"/>
                  </a:moveTo>
                  <a:cubicBezTo>
                    <a:pt x="71" y="487"/>
                    <a:pt x="71" y="487"/>
                    <a:pt x="71" y="487"/>
                  </a:cubicBezTo>
                  <a:cubicBezTo>
                    <a:pt x="121" y="515"/>
                    <a:pt x="171" y="531"/>
                    <a:pt x="235" y="531"/>
                  </a:cubicBezTo>
                  <a:cubicBezTo>
                    <a:pt x="329" y="531"/>
                    <a:pt x="373" y="486"/>
                    <a:pt x="373" y="399"/>
                  </a:cubicBezTo>
                  <a:cubicBezTo>
                    <a:pt x="373" y="376"/>
                    <a:pt x="373" y="376"/>
                    <a:pt x="373" y="376"/>
                  </a:cubicBezTo>
                  <a:cubicBezTo>
                    <a:pt x="333" y="425"/>
                    <a:pt x="288" y="454"/>
                    <a:pt x="215" y="454"/>
                  </a:cubicBezTo>
                  <a:cubicBezTo>
                    <a:pt x="102" y="454"/>
                    <a:pt x="0" y="372"/>
                    <a:pt x="0" y="228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82"/>
                    <a:pt x="104" y="0"/>
                    <a:pt x="215" y="0"/>
                  </a:cubicBezTo>
                  <a:cubicBezTo>
                    <a:pt x="290" y="0"/>
                    <a:pt x="334" y="32"/>
                    <a:pt x="372" y="72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509" y="9"/>
                    <a:pt x="509" y="9"/>
                    <a:pt x="509" y="9"/>
                  </a:cubicBezTo>
                  <a:cubicBezTo>
                    <a:pt x="509" y="385"/>
                    <a:pt x="509" y="385"/>
                    <a:pt x="509" y="385"/>
                  </a:cubicBezTo>
                  <a:cubicBezTo>
                    <a:pt x="509" y="472"/>
                    <a:pt x="488" y="535"/>
                    <a:pt x="448" y="576"/>
                  </a:cubicBezTo>
                  <a:cubicBezTo>
                    <a:pt x="402" y="621"/>
                    <a:pt x="333" y="641"/>
                    <a:pt x="239" y="641"/>
                  </a:cubicBezTo>
                  <a:cubicBezTo>
                    <a:pt x="160" y="641"/>
                    <a:pt x="86" y="623"/>
                    <a:pt x="24" y="590"/>
                  </a:cubicBezTo>
                  <a:close/>
                  <a:moveTo>
                    <a:pt x="373" y="228"/>
                  </a:moveTo>
                  <a:cubicBezTo>
                    <a:pt x="373" y="226"/>
                    <a:pt x="373" y="226"/>
                    <a:pt x="373" y="226"/>
                  </a:cubicBezTo>
                  <a:cubicBezTo>
                    <a:pt x="373" y="160"/>
                    <a:pt x="322" y="114"/>
                    <a:pt x="255" y="114"/>
                  </a:cubicBezTo>
                  <a:cubicBezTo>
                    <a:pt x="188" y="114"/>
                    <a:pt x="137" y="160"/>
                    <a:pt x="137" y="226"/>
                  </a:cubicBezTo>
                  <a:cubicBezTo>
                    <a:pt x="137" y="228"/>
                    <a:pt x="137" y="228"/>
                    <a:pt x="137" y="228"/>
                  </a:cubicBezTo>
                  <a:cubicBezTo>
                    <a:pt x="137" y="295"/>
                    <a:pt x="188" y="340"/>
                    <a:pt x="255" y="340"/>
                  </a:cubicBezTo>
                  <a:cubicBezTo>
                    <a:pt x="322" y="340"/>
                    <a:pt x="373" y="294"/>
                    <a:pt x="373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1" name="Freeform 21"/>
            <p:cNvSpPr/>
            <p:nvPr userDrawn="1"/>
          </p:nvSpPr>
          <p:spPr bwMode="auto">
            <a:xfrm>
              <a:off x="6747450" y="942113"/>
              <a:ext cx="219424" cy="275277"/>
            </a:xfrm>
            <a:custGeom>
              <a:avLst/>
              <a:gdLst>
                <a:gd name="T0" fmla="*/ 362 w 505"/>
                <a:gd name="T1" fmla="*/ 0 h 633"/>
                <a:gd name="T2" fmla="*/ 505 w 505"/>
                <a:gd name="T3" fmla="*/ 0 h 633"/>
                <a:gd name="T4" fmla="*/ 319 w 505"/>
                <a:gd name="T5" fmla="*/ 497 h 633"/>
                <a:gd name="T6" fmla="*/ 159 w 505"/>
                <a:gd name="T7" fmla="*/ 633 h 633"/>
                <a:gd name="T8" fmla="*/ 37 w 505"/>
                <a:gd name="T9" fmla="*/ 599 h 633"/>
                <a:gd name="T10" fmla="*/ 83 w 505"/>
                <a:gd name="T11" fmla="*/ 500 h 633"/>
                <a:gd name="T12" fmla="*/ 142 w 505"/>
                <a:gd name="T13" fmla="*/ 519 h 633"/>
                <a:gd name="T14" fmla="*/ 190 w 505"/>
                <a:gd name="T15" fmla="*/ 487 h 633"/>
                <a:gd name="T16" fmla="*/ 0 w 505"/>
                <a:gd name="T17" fmla="*/ 0 h 633"/>
                <a:gd name="T18" fmla="*/ 146 w 505"/>
                <a:gd name="T19" fmla="*/ 0 h 633"/>
                <a:gd name="T20" fmla="*/ 256 w 505"/>
                <a:gd name="T21" fmla="*/ 331 h 633"/>
                <a:gd name="T22" fmla="*/ 362 w 505"/>
                <a:gd name="T23" fmla="*/ 0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05" h="633">
                  <a:moveTo>
                    <a:pt x="362" y="0"/>
                  </a:moveTo>
                  <a:cubicBezTo>
                    <a:pt x="505" y="0"/>
                    <a:pt x="505" y="0"/>
                    <a:pt x="505" y="0"/>
                  </a:cubicBezTo>
                  <a:cubicBezTo>
                    <a:pt x="319" y="497"/>
                    <a:pt x="319" y="497"/>
                    <a:pt x="319" y="497"/>
                  </a:cubicBezTo>
                  <a:cubicBezTo>
                    <a:pt x="282" y="596"/>
                    <a:pt x="242" y="633"/>
                    <a:pt x="159" y="633"/>
                  </a:cubicBezTo>
                  <a:cubicBezTo>
                    <a:pt x="110" y="633"/>
                    <a:pt x="73" y="620"/>
                    <a:pt x="37" y="599"/>
                  </a:cubicBezTo>
                  <a:cubicBezTo>
                    <a:pt x="83" y="500"/>
                    <a:pt x="83" y="500"/>
                    <a:pt x="83" y="500"/>
                  </a:cubicBezTo>
                  <a:cubicBezTo>
                    <a:pt x="101" y="511"/>
                    <a:pt x="124" y="519"/>
                    <a:pt x="142" y="519"/>
                  </a:cubicBezTo>
                  <a:cubicBezTo>
                    <a:pt x="166" y="519"/>
                    <a:pt x="178" y="512"/>
                    <a:pt x="190" y="48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256" y="331"/>
                    <a:pt x="256" y="331"/>
                    <a:pt x="256" y="331"/>
                  </a:cubicBezTo>
                  <a:lnTo>
                    <a:pt x="3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2" name="Freeform 22"/>
            <p:cNvSpPr/>
            <p:nvPr userDrawn="1"/>
          </p:nvSpPr>
          <p:spPr bwMode="auto">
            <a:xfrm>
              <a:off x="6005842" y="1258171"/>
              <a:ext cx="132541" cy="290348"/>
            </a:xfrm>
            <a:custGeom>
              <a:avLst/>
              <a:gdLst>
                <a:gd name="T0" fmla="*/ 57 w 305"/>
                <a:gd name="T1" fmla="*/ 299 h 667"/>
                <a:gd name="T2" fmla="*/ 0 w 305"/>
                <a:gd name="T3" fmla="*/ 299 h 667"/>
                <a:gd name="T4" fmla="*/ 0 w 305"/>
                <a:gd name="T5" fmla="*/ 186 h 667"/>
                <a:gd name="T6" fmla="*/ 57 w 305"/>
                <a:gd name="T7" fmla="*/ 186 h 667"/>
                <a:gd name="T8" fmla="*/ 57 w 305"/>
                <a:gd name="T9" fmla="*/ 155 h 667"/>
                <a:gd name="T10" fmla="*/ 96 w 305"/>
                <a:gd name="T11" fmla="*/ 38 h 667"/>
                <a:gd name="T12" fmla="*/ 208 w 305"/>
                <a:gd name="T13" fmla="*/ 0 h 667"/>
                <a:gd name="T14" fmla="*/ 305 w 305"/>
                <a:gd name="T15" fmla="*/ 13 h 667"/>
                <a:gd name="T16" fmla="*/ 305 w 305"/>
                <a:gd name="T17" fmla="*/ 127 h 667"/>
                <a:gd name="T18" fmla="*/ 243 w 305"/>
                <a:gd name="T19" fmla="*/ 115 h 667"/>
                <a:gd name="T20" fmla="*/ 193 w 305"/>
                <a:gd name="T21" fmla="*/ 168 h 667"/>
                <a:gd name="T22" fmla="*/ 193 w 305"/>
                <a:gd name="T23" fmla="*/ 187 h 667"/>
                <a:gd name="T24" fmla="*/ 305 w 305"/>
                <a:gd name="T25" fmla="*/ 187 h 667"/>
                <a:gd name="T26" fmla="*/ 305 w 305"/>
                <a:gd name="T27" fmla="*/ 299 h 667"/>
                <a:gd name="T28" fmla="*/ 195 w 305"/>
                <a:gd name="T29" fmla="*/ 299 h 667"/>
                <a:gd name="T30" fmla="*/ 195 w 305"/>
                <a:gd name="T31" fmla="*/ 667 h 667"/>
                <a:gd name="T32" fmla="*/ 57 w 305"/>
                <a:gd name="T33" fmla="*/ 667 h 667"/>
                <a:gd name="T34" fmla="*/ 57 w 305"/>
                <a:gd name="T35" fmla="*/ 299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5" h="667">
                  <a:moveTo>
                    <a:pt x="57" y="299"/>
                  </a:moveTo>
                  <a:cubicBezTo>
                    <a:pt x="0" y="299"/>
                    <a:pt x="0" y="299"/>
                    <a:pt x="0" y="299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57" y="186"/>
                    <a:pt x="57" y="186"/>
                    <a:pt x="57" y="186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7" y="102"/>
                    <a:pt x="71" y="63"/>
                    <a:pt x="96" y="38"/>
                  </a:cubicBezTo>
                  <a:cubicBezTo>
                    <a:pt x="122" y="12"/>
                    <a:pt x="159" y="0"/>
                    <a:pt x="208" y="0"/>
                  </a:cubicBezTo>
                  <a:cubicBezTo>
                    <a:pt x="251" y="0"/>
                    <a:pt x="280" y="5"/>
                    <a:pt x="305" y="13"/>
                  </a:cubicBezTo>
                  <a:cubicBezTo>
                    <a:pt x="305" y="127"/>
                    <a:pt x="305" y="127"/>
                    <a:pt x="305" y="127"/>
                  </a:cubicBezTo>
                  <a:cubicBezTo>
                    <a:pt x="286" y="120"/>
                    <a:pt x="267" y="115"/>
                    <a:pt x="243" y="115"/>
                  </a:cubicBezTo>
                  <a:cubicBezTo>
                    <a:pt x="211" y="115"/>
                    <a:pt x="193" y="132"/>
                    <a:pt x="193" y="168"/>
                  </a:cubicBezTo>
                  <a:cubicBezTo>
                    <a:pt x="193" y="187"/>
                    <a:pt x="193" y="187"/>
                    <a:pt x="193" y="187"/>
                  </a:cubicBezTo>
                  <a:cubicBezTo>
                    <a:pt x="305" y="187"/>
                    <a:pt x="305" y="187"/>
                    <a:pt x="305" y="187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195" y="299"/>
                    <a:pt x="195" y="299"/>
                    <a:pt x="195" y="299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57" y="667"/>
                    <a:pt x="57" y="667"/>
                    <a:pt x="57" y="667"/>
                  </a:cubicBezTo>
                  <a:lnTo>
                    <a:pt x="57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3" name="Freeform 23"/>
            <p:cNvSpPr>
              <a:spLocks noEditPoints="1"/>
            </p:cNvSpPr>
            <p:nvPr userDrawn="1"/>
          </p:nvSpPr>
          <p:spPr bwMode="auto">
            <a:xfrm>
              <a:off x="6137497" y="1333086"/>
              <a:ext cx="228289" cy="219867"/>
            </a:xfrm>
            <a:custGeom>
              <a:avLst/>
              <a:gdLst>
                <a:gd name="T0" fmla="*/ 0 w 525"/>
                <a:gd name="T1" fmla="*/ 255 h 506"/>
                <a:gd name="T2" fmla="*/ 0 w 525"/>
                <a:gd name="T3" fmla="*/ 253 h 506"/>
                <a:gd name="T4" fmla="*/ 263 w 525"/>
                <a:gd name="T5" fmla="*/ 0 h 506"/>
                <a:gd name="T6" fmla="*/ 525 w 525"/>
                <a:gd name="T7" fmla="*/ 251 h 506"/>
                <a:gd name="T8" fmla="*/ 525 w 525"/>
                <a:gd name="T9" fmla="*/ 253 h 506"/>
                <a:gd name="T10" fmla="*/ 261 w 525"/>
                <a:gd name="T11" fmla="*/ 506 h 506"/>
                <a:gd name="T12" fmla="*/ 0 w 525"/>
                <a:gd name="T13" fmla="*/ 255 h 506"/>
                <a:gd name="T14" fmla="*/ 389 w 525"/>
                <a:gd name="T15" fmla="*/ 255 h 506"/>
                <a:gd name="T16" fmla="*/ 389 w 525"/>
                <a:gd name="T17" fmla="*/ 253 h 506"/>
                <a:gd name="T18" fmla="*/ 261 w 525"/>
                <a:gd name="T19" fmla="*/ 119 h 506"/>
                <a:gd name="T20" fmla="*/ 135 w 525"/>
                <a:gd name="T21" fmla="*/ 251 h 506"/>
                <a:gd name="T22" fmla="*/ 135 w 525"/>
                <a:gd name="T23" fmla="*/ 253 h 506"/>
                <a:gd name="T24" fmla="*/ 263 w 525"/>
                <a:gd name="T25" fmla="*/ 387 h 506"/>
                <a:gd name="T26" fmla="*/ 389 w 525"/>
                <a:gd name="T27" fmla="*/ 25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6">
                  <a:moveTo>
                    <a:pt x="0" y="255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12" y="0"/>
                    <a:pt x="263" y="0"/>
                  </a:cubicBezTo>
                  <a:cubicBezTo>
                    <a:pt x="413" y="0"/>
                    <a:pt x="525" y="112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2" y="506"/>
                    <a:pt x="261" y="506"/>
                  </a:cubicBezTo>
                  <a:cubicBezTo>
                    <a:pt x="111" y="506"/>
                    <a:pt x="0" y="394"/>
                    <a:pt x="0" y="255"/>
                  </a:cubicBezTo>
                  <a:close/>
                  <a:moveTo>
                    <a:pt x="389" y="255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2"/>
                    <a:pt x="337" y="119"/>
                    <a:pt x="261" y="119"/>
                  </a:cubicBezTo>
                  <a:cubicBezTo>
                    <a:pt x="183" y="119"/>
                    <a:pt x="135" y="180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5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4" name="Freeform 24"/>
            <p:cNvSpPr/>
            <p:nvPr userDrawn="1"/>
          </p:nvSpPr>
          <p:spPr bwMode="auto">
            <a:xfrm>
              <a:off x="6379084" y="1331756"/>
              <a:ext cx="127665" cy="216764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0 h 498"/>
                <a:gd name="T6" fmla="*/ 293 w 293"/>
                <a:gd name="T7" fmla="*/ 3 h 498"/>
                <a:gd name="T8" fmla="*/ 293 w 293"/>
                <a:gd name="T9" fmla="*/ 147 h 498"/>
                <a:gd name="T10" fmla="*/ 286 w 293"/>
                <a:gd name="T11" fmla="*/ 147 h 498"/>
                <a:gd name="T12" fmla="*/ 138 w 293"/>
                <a:gd name="T13" fmla="*/ 318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66" y="43"/>
                    <a:pt x="211" y="0"/>
                    <a:pt x="293" y="3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86" y="147"/>
                    <a:pt x="286" y="147"/>
                    <a:pt x="286" y="147"/>
                  </a:cubicBezTo>
                  <a:cubicBezTo>
                    <a:pt x="194" y="147"/>
                    <a:pt x="138" y="203"/>
                    <a:pt x="138" y="318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5" name="Freeform 25"/>
            <p:cNvSpPr>
              <a:spLocks noEditPoints="1"/>
            </p:cNvSpPr>
            <p:nvPr userDrawn="1"/>
          </p:nvSpPr>
          <p:spPr bwMode="auto">
            <a:xfrm>
              <a:off x="6582993" y="1334859"/>
              <a:ext cx="194157" cy="217207"/>
            </a:xfrm>
            <a:custGeom>
              <a:avLst/>
              <a:gdLst>
                <a:gd name="T0" fmla="*/ 0 w 446"/>
                <a:gd name="T1" fmla="*/ 351 h 500"/>
                <a:gd name="T2" fmla="*/ 0 w 446"/>
                <a:gd name="T3" fmla="*/ 349 h 500"/>
                <a:gd name="T4" fmla="*/ 195 w 446"/>
                <a:gd name="T5" fmla="*/ 195 h 500"/>
                <a:gd name="T6" fmla="*/ 314 w 446"/>
                <a:gd name="T7" fmla="*/ 215 h 500"/>
                <a:gd name="T8" fmla="*/ 314 w 446"/>
                <a:gd name="T9" fmla="*/ 206 h 500"/>
                <a:gd name="T10" fmla="*/ 210 w 446"/>
                <a:gd name="T11" fmla="*/ 118 h 500"/>
                <a:gd name="T12" fmla="*/ 76 w 446"/>
                <a:gd name="T13" fmla="*/ 144 h 500"/>
                <a:gd name="T14" fmla="*/ 42 w 446"/>
                <a:gd name="T15" fmla="*/ 39 h 500"/>
                <a:gd name="T16" fmla="*/ 230 w 446"/>
                <a:gd name="T17" fmla="*/ 0 h 500"/>
                <a:gd name="T18" fmla="*/ 394 w 446"/>
                <a:gd name="T19" fmla="*/ 54 h 500"/>
                <a:gd name="T20" fmla="*/ 446 w 446"/>
                <a:gd name="T21" fmla="*/ 209 h 500"/>
                <a:gd name="T22" fmla="*/ 446 w 446"/>
                <a:gd name="T23" fmla="*/ 491 h 500"/>
                <a:gd name="T24" fmla="*/ 313 w 446"/>
                <a:gd name="T25" fmla="*/ 491 h 500"/>
                <a:gd name="T26" fmla="*/ 313 w 446"/>
                <a:gd name="T27" fmla="*/ 438 h 500"/>
                <a:gd name="T28" fmla="*/ 167 w 446"/>
                <a:gd name="T29" fmla="*/ 500 h 500"/>
                <a:gd name="T30" fmla="*/ 0 w 446"/>
                <a:gd name="T31" fmla="*/ 351 h 500"/>
                <a:gd name="T32" fmla="*/ 316 w 446"/>
                <a:gd name="T33" fmla="*/ 320 h 500"/>
                <a:gd name="T34" fmla="*/ 316 w 446"/>
                <a:gd name="T35" fmla="*/ 295 h 500"/>
                <a:gd name="T36" fmla="*/ 228 w 446"/>
                <a:gd name="T37" fmla="*/ 277 h 500"/>
                <a:gd name="T38" fmla="*/ 133 w 446"/>
                <a:gd name="T39" fmla="*/ 344 h 500"/>
                <a:gd name="T40" fmla="*/ 133 w 446"/>
                <a:gd name="T41" fmla="*/ 346 h 500"/>
                <a:gd name="T42" fmla="*/ 208 w 446"/>
                <a:gd name="T43" fmla="*/ 405 h 500"/>
                <a:gd name="T44" fmla="*/ 316 w 446"/>
                <a:gd name="T45" fmla="*/ 32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500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4"/>
                    <a:pt x="81" y="195"/>
                    <a:pt x="195" y="195"/>
                  </a:cubicBezTo>
                  <a:cubicBezTo>
                    <a:pt x="244" y="195"/>
                    <a:pt x="280" y="203"/>
                    <a:pt x="314" y="215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8"/>
                    <a:pt x="210" y="118"/>
                  </a:cubicBezTo>
                  <a:cubicBezTo>
                    <a:pt x="157" y="118"/>
                    <a:pt x="120" y="128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8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1"/>
                    <a:pt x="446" y="144"/>
                    <a:pt x="446" y="209"/>
                  </a:cubicBezTo>
                  <a:cubicBezTo>
                    <a:pt x="446" y="491"/>
                    <a:pt x="446" y="491"/>
                    <a:pt x="446" y="491"/>
                  </a:cubicBezTo>
                  <a:cubicBezTo>
                    <a:pt x="313" y="491"/>
                    <a:pt x="313" y="491"/>
                    <a:pt x="313" y="491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4" y="500"/>
                    <a:pt x="167" y="500"/>
                  </a:cubicBezTo>
                  <a:cubicBezTo>
                    <a:pt x="75" y="500"/>
                    <a:pt x="0" y="447"/>
                    <a:pt x="0" y="351"/>
                  </a:cubicBezTo>
                  <a:close/>
                  <a:moveTo>
                    <a:pt x="316" y="320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1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5"/>
                    <a:pt x="208" y="405"/>
                  </a:cubicBezTo>
                  <a:cubicBezTo>
                    <a:pt x="272" y="405"/>
                    <a:pt x="316" y="369"/>
                    <a:pt x="316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6" name="Rectangle 26"/>
            <p:cNvSpPr>
              <a:spLocks noChangeArrowheads="1"/>
            </p:cNvSpPr>
            <p:nvPr userDrawn="1"/>
          </p:nvSpPr>
          <p:spPr bwMode="auto">
            <a:xfrm>
              <a:off x="6801973" y="1260831"/>
              <a:ext cx="59843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7" name="Rectangle 27"/>
            <p:cNvSpPr>
              <a:spLocks noChangeArrowheads="1"/>
            </p:cNvSpPr>
            <p:nvPr userDrawn="1"/>
          </p:nvSpPr>
          <p:spPr bwMode="auto">
            <a:xfrm>
              <a:off x="6886639" y="1260831"/>
              <a:ext cx="59399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11556230" y="767096"/>
            <a:ext cx="634181" cy="1898696"/>
            <a:chOff x="11556230" y="767096"/>
            <a:chExt cx="634181" cy="1898696"/>
          </a:xfrm>
        </p:grpSpPr>
        <p:sp>
          <p:nvSpPr>
            <p:cNvPr id="77" name="Rectangle 28"/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grpSp>
          <p:nvGrpSpPr>
            <p:cNvPr id="78" name="Group 77"/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/>
              <p:cNvSpPr/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0" name="Freeform 30"/>
              <p:cNvSpPr/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1" name="Freeform 31"/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2" name="Freeform 32"/>
              <p:cNvSpPr/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3" name="Freeform 33"/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4" name="Freeform 34"/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</p:grp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38947" y="3561907"/>
            <a:ext cx="7852329" cy="17740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3"/>
            <a:ext cx="9912096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51"/>
            <a:ext cx="9912096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1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9200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9200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806408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 userDrawn="1"/>
        </p:nvGrpSpPr>
        <p:grpSpPr>
          <a:xfrm>
            <a:off x="9390324" y="936748"/>
            <a:ext cx="1965963" cy="1042086"/>
            <a:chOff x="4988072" y="501936"/>
            <a:chExt cx="1978802" cy="1051017"/>
          </a:xfrm>
          <a:solidFill>
            <a:srgbClr val="4D144A"/>
          </a:solidFill>
        </p:grpSpPr>
        <p:sp>
          <p:nvSpPr>
            <p:cNvPr id="85" name="Freeform 5"/>
            <p:cNvSpPr/>
            <p:nvPr userDrawn="1"/>
          </p:nvSpPr>
          <p:spPr bwMode="auto">
            <a:xfrm>
              <a:off x="5559016" y="501936"/>
              <a:ext cx="218094" cy="282813"/>
            </a:xfrm>
            <a:custGeom>
              <a:avLst/>
              <a:gdLst>
                <a:gd name="T0" fmla="*/ 0 w 502"/>
                <a:gd name="T1" fmla="*/ 550 h 651"/>
                <a:gd name="T2" fmla="*/ 83 w 502"/>
                <a:gd name="T3" fmla="*/ 451 h 651"/>
                <a:gd name="T4" fmla="*/ 272 w 502"/>
                <a:gd name="T5" fmla="*/ 528 h 651"/>
                <a:gd name="T6" fmla="*/ 363 w 502"/>
                <a:gd name="T7" fmla="*/ 469 h 651"/>
                <a:gd name="T8" fmla="*/ 363 w 502"/>
                <a:gd name="T9" fmla="*/ 467 h 651"/>
                <a:gd name="T10" fmla="*/ 236 w 502"/>
                <a:gd name="T11" fmla="*/ 386 h 651"/>
                <a:gd name="T12" fmla="*/ 26 w 502"/>
                <a:gd name="T13" fmla="*/ 192 h 651"/>
                <a:gd name="T14" fmla="*/ 26 w 502"/>
                <a:gd name="T15" fmla="*/ 191 h 651"/>
                <a:gd name="T16" fmla="*/ 247 w 502"/>
                <a:gd name="T17" fmla="*/ 0 h 651"/>
                <a:gd name="T18" fmla="*/ 483 w 502"/>
                <a:gd name="T19" fmla="*/ 80 h 651"/>
                <a:gd name="T20" fmla="*/ 410 w 502"/>
                <a:gd name="T21" fmla="*/ 185 h 651"/>
                <a:gd name="T22" fmla="*/ 246 w 502"/>
                <a:gd name="T23" fmla="*/ 123 h 651"/>
                <a:gd name="T24" fmla="*/ 164 w 502"/>
                <a:gd name="T25" fmla="*/ 178 h 651"/>
                <a:gd name="T26" fmla="*/ 164 w 502"/>
                <a:gd name="T27" fmla="*/ 180 h 651"/>
                <a:gd name="T28" fmla="*/ 301 w 502"/>
                <a:gd name="T29" fmla="*/ 263 h 651"/>
                <a:gd name="T30" fmla="*/ 502 w 502"/>
                <a:gd name="T31" fmla="*/ 453 h 651"/>
                <a:gd name="T32" fmla="*/ 502 w 502"/>
                <a:gd name="T33" fmla="*/ 455 h 651"/>
                <a:gd name="T34" fmla="*/ 269 w 502"/>
                <a:gd name="T35" fmla="*/ 651 h 651"/>
                <a:gd name="T36" fmla="*/ 0 w 502"/>
                <a:gd name="T37" fmla="*/ 55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2" h="651">
                  <a:moveTo>
                    <a:pt x="0" y="550"/>
                  </a:moveTo>
                  <a:cubicBezTo>
                    <a:pt x="83" y="451"/>
                    <a:pt x="83" y="451"/>
                    <a:pt x="83" y="451"/>
                  </a:cubicBezTo>
                  <a:cubicBezTo>
                    <a:pt x="140" y="498"/>
                    <a:pt x="200" y="528"/>
                    <a:pt x="272" y="528"/>
                  </a:cubicBezTo>
                  <a:cubicBezTo>
                    <a:pt x="329" y="528"/>
                    <a:pt x="363" y="506"/>
                    <a:pt x="363" y="469"/>
                  </a:cubicBezTo>
                  <a:cubicBezTo>
                    <a:pt x="363" y="467"/>
                    <a:pt x="363" y="467"/>
                    <a:pt x="363" y="467"/>
                  </a:cubicBezTo>
                  <a:cubicBezTo>
                    <a:pt x="363" y="431"/>
                    <a:pt x="342" y="413"/>
                    <a:pt x="236" y="386"/>
                  </a:cubicBezTo>
                  <a:cubicBezTo>
                    <a:pt x="108" y="354"/>
                    <a:pt x="26" y="318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76"/>
                    <a:pt x="118" y="0"/>
                    <a:pt x="247" y="0"/>
                  </a:cubicBezTo>
                  <a:cubicBezTo>
                    <a:pt x="340" y="0"/>
                    <a:pt x="419" y="29"/>
                    <a:pt x="483" y="80"/>
                  </a:cubicBezTo>
                  <a:cubicBezTo>
                    <a:pt x="410" y="185"/>
                    <a:pt x="410" y="185"/>
                    <a:pt x="410" y="185"/>
                  </a:cubicBezTo>
                  <a:cubicBezTo>
                    <a:pt x="354" y="146"/>
                    <a:pt x="299" y="123"/>
                    <a:pt x="246" y="123"/>
                  </a:cubicBezTo>
                  <a:cubicBezTo>
                    <a:pt x="192" y="123"/>
                    <a:pt x="164" y="147"/>
                    <a:pt x="164" y="178"/>
                  </a:cubicBezTo>
                  <a:cubicBezTo>
                    <a:pt x="164" y="180"/>
                    <a:pt x="164" y="180"/>
                    <a:pt x="164" y="180"/>
                  </a:cubicBezTo>
                  <a:cubicBezTo>
                    <a:pt x="164" y="221"/>
                    <a:pt x="191" y="235"/>
                    <a:pt x="301" y="263"/>
                  </a:cubicBezTo>
                  <a:cubicBezTo>
                    <a:pt x="429" y="297"/>
                    <a:pt x="502" y="343"/>
                    <a:pt x="502" y="453"/>
                  </a:cubicBezTo>
                  <a:cubicBezTo>
                    <a:pt x="502" y="455"/>
                    <a:pt x="502" y="455"/>
                    <a:pt x="502" y="455"/>
                  </a:cubicBezTo>
                  <a:cubicBezTo>
                    <a:pt x="502" y="581"/>
                    <a:pt x="406" y="651"/>
                    <a:pt x="269" y="651"/>
                  </a:cubicBezTo>
                  <a:cubicBezTo>
                    <a:pt x="173" y="651"/>
                    <a:pt x="76" y="618"/>
                    <a:pt x="0" y="5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6" name="Freeform 6"/>
            <p:cNvSpPr/>
            <p:nvPr userDrawn="1"/>
          </p:nvSpPr>
          <p:spPr bwMode="auto">
            <a:xfrm>
              <a:off x="5791295" y="566212"/>
              <a:ext cx="322264" cy="214547"/>
            </a:xfrm>
            <a:custGeom>
              <a:avLst/>
              <a:gdLst>
                <a:gd name="T0" fmla="*/ 0 w 741"/>
                <a:gd name="T1" fmla="*/ 9 h 494"/>
                <a:gd name="T2" fmla="*/ 138 w 741"/>
                <a:gd name="T3" fmla="*/ 9 h 494"/>
                <a:gd name="T4" fmla="*/ 138 w 741"/>
                <a:gd name="T5" fmla="*/ 78 h 494"/>
                <a:gd name="T6" fmla="*/ 281 w 741"/>
                <a:gd name="T7" fmla="*/ 0 h 494"/>
                <a:gd name="T8" fmla="*/ 418 w 741"/>
                <a:gd name="T9" fmla="*/ 77 h 494"/>
                <a:gd name="T10" fmla="*/ 577 w 741"/>
                <a:gd name="T11" fmla="*/ 0 h 494"/>
                <a:gd name="T12" fmla="*/ 741 w 741"/>
                <a:gd name="T13" fmla="*/ 178 h 494"/>
                <a:gd name="T14" fmla="*/ 741 w 741"/>
                <a:gd name="T15" fmla="*/ 494 h 494"/>
                <a:gd name="T16" fmla="*/ 603 w 741"/>
                <a:gd name="T17" fmla="*/ 494 h 494"/>
                <a:gd name="T18" fmla="*/ 603 w 741"/>
                <a:gd name="T19" fmla="*/ 224 h 494"/>
                <a:gd name="T20" fmla="*/ 523 w 741"/>
                <a:gd name="T21" fmla="*/ 125 h 494"/>
                <a:gd name="T22" fmla="*/ 439 w 741"/>
                <a:gd name="T23" fmla="*/ 224 h 494"/>
                <a:gd name="T24" fmla="*/ 439 w 741"/>
                <a:gd name="T25" fmla="*/ 494 h 494"/>
                <a:gd name="T26" fmla="*/ 302 w 741"/>
                <a:gd name="T27" fmla="*/ 494 h 494"/>
                <a:gd name="T28" fmla="*/ 302 w 741"/>
                <a:gd name="T29" fmla="*/ 224 h 494"/>
                <a:gd name="T30" fmla="*/ 221 w 741"/>
                <a:gd name="T31" fmla="*/ 125 h 494"/>
                <a:gd name="T32" fmla="*/ 138 w 741"/>
                <a:gd name="T33" fmla="*/ 224 h 494"/>
                <a:gd name="T34" fmla="*/ 138 w 741"/>
                <a:gd name="T35" fmla="*/ 494 h 494"/>
                <a:gd name="T36" fmla="*/ 0 w 741"/>
                <a:gd name="T37" fmla="*/ 494 h 494"/>
                <a:gd name="T38" fmla="*/ 0 w 741"/>
                <a:gd name="T39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41" h="494">
                  <a:moveTo>
                    <a:pt x="0" y="9"/>
                  </a:moveTo>
                  <a:cubicBezTo>
                    <a:pt x="138" y="9"/>
                    <a:pt x="138" y="9"/>
                    <a:pt x="138" y="9"/>
                  </a:cubicBezTo>
                  <a:cubicBezTo>
                    <a:pt x="138" y="78"/>
                    <a:pt x="138" y="78"/>
                    <a:pt x="138" y="78"/>
                  </a:cubicBezTo>
                  <a:cubicBezTo>
                    <a:pt x="170" y="37"/>
                    <a:pt x="211" y="0"/>
                    <a:pt x="281" y="0"/>
                  </a:cubicBezTo>
                  <a:cubicBezTo>
                    <a:pt x="344" y="0"/>
                    <a:pt x="392" y="28"/>
                    <a:pt x="418" y="77"/>
                  </a:cubicBezTo>
                  <a:cubicBezTo>
                    <a:pt x="460" y="27"/>
                    <a:pt x="511" y="0"/>
                    <a:pt x="577" y="0"/>
                  </a:cubicBezTo>
                  <a:cubicBezTo>
                    <a:pt x="679" y="0"/>
                    <a:pt x="741" y="62"/>
                    <a:pt x="741" y="178"/>
                  </a:cubicBezTo>
                  <a:cubicBezTo>
                    <a:pt x="741" y="494"/>
                    <a:pt x="741" y="494"/>
                    <a:pt x="741" y="494"/>
                  </a:cubicBezTo>
                  <a:cubicBezTo>
                    <a:pt x="603" y="494"/>
                    <a:pt x="603" y="494"/>
                    <a:pt x="603" y="494"/>
                  </a:cubicBezTo>
                  <a:cubicBezTo>
                    <a:pt x="603" y="224"/>
                    <a:pt x="603" y="224"/>
                    <a:pt x="603" y="224"/>
                  </a:cubicBezTo>
                  <a:cubicBezTo>
                    <a:pt x="603" y="159"/>
                    <a:pt x="574" y="125"/>
                    <a:pt x="523" y="125"/>
                  </a:cubicBezTo>
                  <a:cubicBezTo>
                    <a:pt x="471" y="125"/>
                    <a:pt x="439" y="159"/>
                    <a:pt x="439" y="224"/>
                  </a:cubicBezTo>
                  <a:cubicBezTo>
                    <a:pt x="439" y="494"/>
                    <a:pt x="439" y="494"/>
                    <a:pt x="439" y="494"/>
                  </a:cubicBezTo>
                  <a:cubicBezTo>
                    <a:pt x="302" y="494"/>
                    <a:pt x="302" y="494"/>
                    <a:pt x="302" y="49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159"/>
                    <a:pt x="273" y="125"/>
                    <a:pt x="221" y="125"/>
                  </a:cubicBezTo>
                  <a:cubicBezTo>
                    <a:pt x="170" y="125"/>
                    <a:pt x="138" y="159"/>
                    <a:pt x="138" y="224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7" name="Freeform 7"/>
            <p:cNvSpPr>
              <a:spLocks noEditPoints="1"/>
            </p:cNvSpPr>
            <p:nvPr userDrawn="1"/>
          </p:nvSpPr>
          <p:spPr bwMode="auto">
            <a:xfrm>
              <a:off x="6125971" y="567985"/>
              <a:ext cx="193713" cy="216764"/>
            </a:xfrm>
            <a:custGeom>
              <a:avLst/>
              <a:gdLst>
                <a:gd name="T0" fmla="*/ 0 w 446"/>
                <a:gd name="T1" fmla="*/ 351 h 499"/>
                <a:gd name="T2" fmla="*/ 0 w 446"/>
                <a:gd name="T3" fmla="*/ 349 h 499"/>
                <a:gd name="T4" fmla="*/ 195 w 446"/>
                <a:gd name="T5" fmla="*/ 194 h 499"/>
                <a:gd name="T6" fmla="*/ 314 w 446"/>
                <a:gd name="T7" fmla="*/ 214 h 499"/>
                <a:gd name="T8" fmla="*/ 314 w 446"/>
                <a:gd name="T9" fmla="*/ 206 h 499"/>
                <a:gd name="T10" fmla="*/ 210 w 446"/>
                <a:gd name="T11" fmla="*/ 117 h 499"/>
                <a:gd name="T12" fmla="*/ 76 w 446"/>
                <a:gd name="T13" fmla="*/ 144 h 499"/>
                <a:gd name="T14" fmla="*/ 42 w 446"/>
                <a:gd name="T15" fmla="*/ 39 h 499"/>
                <a:gd name="T16" fmla="*/ 230 w 446"/>
                <a:gd name="T17" fmla="*/ 0 h 499"/>
                <a:gd name="T18" fmla="*/ 394 w 446"/>
                <a:gd name="T19" fmla="*/ 54 h 499"/>
                <a:gd name="T20" fmla="*/ 446 w 446"/>
                <a:gd name="T21" fmla="*/ 209 h 499"/>
                <a:gd name="T22" fmla="*/ 446 w 446"/>
                <a:gd name="T23" fmla="*/ 490 h 499"/>
                <a:gd name="T24" fmla="*/ 313 w 446"/>
                <a:gd name="T25" fmla="*/ 490 h 499"/>
                <a:gd name="T26" fmla="*/ 313 w 446"/>
                <a:gd name="T27" fmla="*/ 438 h 499"/>
                <a:gd name="T28" fmla="*/ 166 w 446"/>
                <a:gd name="T29" fmla="*/ 499 h 499"/>
                <a:gd name="T30" fmla="*/ 0 w 446"/>
                <a:gd name="T31" fmla="*/ 351 h 499"/>
                <a:gd name="T32" fmla="*/ 316 w 446"/>
                <a:gd name="T33" fmla="*/ 319 h 499"/>
                <a:gd name="T34" fmla="*/ 316 w 446"/>
                <a:gd name="T35" fmla="*/ 295 h 499"/>
                <a:gd name="T36" fmla="*/ 228 w 446"/>
                <a:gd name="T37" fmla="*/ 277 h 499"/>
                <a:gd name="T38" fmla="*/ 133 w 446"/>
                <a:gd name="T39" fmla="*/ 344 h 499"/>
                <a:gd name="T40" fmla="*/ 133 w 446"/>
                <a:gd name="T41" fmla="*/ 346 h 499"/>
                <a:gd name="T42" fmla="*/ 208 w 446"/>
                <a:gd name="T43" fmla="*/ 404 h 499"/>
                <a:gd name="T44" fmla="*/ 316 w 446"/>
                <a:gd name="T45" fmla="*/ 31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499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3"/>
                    <a:pt x="80" y="194"/>
                    <a:pt x="195" y="194"/>
                  </a:cubicBezTo>
                  <a:cubicBezTo>
                    <a:pt x="244" y="194"/>
                    <a:pt x="280" y="202"/>
                    <a:pt x="314" y="214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7"/>
                    <a:pt x="210" y="117"/>
                  </a:cubicBezTo>
                  <a:cubicBezTo>
                    <a:pt x="157" y="117"/>
                    <a:pt x="120" y="127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7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0"/>
                    <a:pt x="446" y="144"/>
                    <a:pt x="446" y="209"/>
                  </a:cubicBezTo>
                  <a:cubicBezTo>
                    <a:pt x="446" y="490"/>
                    <a:pt x="446" y="490"/>
                    <a:pt x="446" y="490"/>
                  </a:cubicBezTo>
                  <a:cubicBezTo>
                    <a:pt x="313" y="490"/>
                    <a:pt x="313" y="490"/>
                    <a:pt x="313" y="490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3" y="499"/>
                    <a:pt x="166" y="499"/>
                  </a:cubicBezTo>
                  <a:cubicBezTo>
                    <a:pt x="75" y="499"/>
                    <a:pt x="0" y="447"/>
                    <a:pt x="0" y="351"/>
                  </a:cubicBezTo>
                  <a:close/>
                  <a:moveTo>
                    <a:pt x="316" y="319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0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4"/>
                    <a:pt x="208" y="404"/>
                  </a:cubicBezTo>
                  <a:cubicBezTo>
                    <a:pt x="272" y="404"/>
                    <a:pt x="316" y="369"/>
                    <a:pt x="316" y="3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8" name="Freeform 8"/>
            <p:cNvSpPr/>
            <p:nvPr userDrawn="1"/>
          </p:nvSpPr>
          <p:spPr bwMode="auto">
            <a:xfrm>
              <a:off x="6336529" y="564438"/>
              <a:ext cx="127665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9" name="Freeform 9"/>
            <p:cNvSpPr/>
            <p:nvPr userDrawn="1"/>
          </p:nvSpPr>
          <p:spPr bwMode="auto">
            <a:xfrm>
              <a:off x="6475719" y="516121"/>
              <a:ext cx="134757" cy="268184"/>
            </a:xfrm>
            <a:custGeom>
              <a:avLst/>
              <a:gdLst>
                <a:gd name="T0" fmla="*/ 58 w 310"/>
                <a:gd name="T1" fmla="*/ 472 h 617"/>
                <a:gd name="T2" fmla="*/ 58 w 310"/>
                <a:gd name="T3" fmla="*/ 242 h 617"/>
                <a:gd name="T4" fmla="*/ 0 w 310"/>
                <a:gd name="T5" fmla="*/ 242 h 617"/>
                <a:gd name="T6" fmla="*/ 0 w 310"/>
                <a:gd name="T7" fmla="*/ 124 h 617"/>
                <a:gd name="T8" fmla="*/ 58 w 310"/>
                <a:gd name="T9" fmla="*/ 124 h 617"/>
                <a:gd name="T10" fmla="*/ 58 w 310"/>
                <a:gd name="T11" fmla="*/ 0 h 617"/>
                <a:gd name="T12" fmla="*/ 196 w 310"/>
                <a:gd name="T13" fmla="*/ 0 h 617"/>
                <a:gd name="T14" fmla="*/ 196 w 310"/>
                <a:gd name="T15" fmla="*/ 124 h 617"/>
                <a:gd name="T16" fmla="*/ 310 w 310"/>
                <a:gd name="T17" fmla="*/ 124 h 617"/>
                <a:gd name="T18" fmla="*/ 310 w 310"/>
                <a:gd name="T19" fmla="*/ 242 h 617"/>
                <a:gd name="T20" fmla="*/ 196 w 310"/>
                <a:gd name="T21" fmla="*/ 242 h 617"/>
                <a:gd name="T22" fmla="*/ 196 w 310"/>
                <a:gd name="T23" fmla="*/ 449 h 617"/>
                <a:gd name="T24" fmla="*/ 240 w 310"/>
                <a:gd name="T25" fmla="*/ 496 h 617"/>
                <a:gd name="T26" fmla="*/ 308 w 310"/>
                <a:gd name="T27" fmla="*/ 479 h 617"/>
                <a:gd name="T28" fmla="*/ 308 w 310"/>
                <a:gd name="T29" fmla="*/ 589 h 617"/>
                <a:gd name="T30" fmla="*/ 199 w 310"/>
                <a:gd name="T31" fmla="*/ 617 h 617"/>
                <a:gd name="T32" fmla="*/ 58 w 310"/>
                <a:gd name="T33" fmla="*/ 47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7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6" y="242"/>
                    <a:pt x="196" y="242"/>
                    <a:pt x="196" y="242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89"/>
                    <a:pt x="308" y="589"/>
                    <a:pt x="308" y="589"/>
                  </a:cubicBezTo>
                  <a:cubicBezTo>
                    <a:pt x="279" y="607"/>
                    <a:pt x="245" y="617"/>
                    <a:pt x="199" y="617"/>
                  </a:cubicBezTo>
                  <a:cubicBezTo>
                    <a:pt x="115" y="617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0" name="Freeform 10"/>
            <p:cNvSpPr>
              <a:spLocks noEditPoints="1"/>
            </p:cNvSpPr>
            <p:nvPr userDrawn="1"/>
          </p:nvSpPr>
          <p:spPr bwMode="auto">
            <a:xfrm>
              <a:off x="6618455" y="566212"/>
              <a:ext cx="207012" cy="219424"/>
            </a:xfrm>
            <a:custGeom>
              <a:avLst/>
              <a:gdLst>
                <a:gd name="T0" fmla="*/ 0 w 476"/>
                <a:gd name="T1" fmla="*/ 254 h 505"/>
                <a:gd name="T2" fmla="*/ 0 w 476"/>
                <a:gd name="T3" fmla="*/ 253 h 505"/>
                <a:gd name="T4" fmla="*/ 240 w 476"/>
                <a:gd name="T5" fmla="*/ 0 h 505"/>
                <a:gd name="T6" fmla="*/ 476 w 476"/>
                <a:gd name="T7" fmla="*/ 263 h 505"/>
                <a:gd name="T8" fmla="*/ 475 w 476"/>
                <a:gd name="T9" fmla="*/ 300 h 505"/>
                <a:gd name="T10" fmla="*/ 137 w 476"/>
                <a:gd name="T11" fmla="*/ 300 h 505"/>
                <a:gd name="T12" fmla="*/ 256 w 476"/>
                <a:gd name="T13" fmla="*/ 395 h 505"/>
                <a:gd name="T14" fmla="*/ 373 w 476"/>
                <a:gd name="T15" fmla="*/ 345 h 505"/>
                <a:gd name="T16" fmla="*/ 452 w 476"/>
                <a:gd name="T17" fmla="*/ 415 h 505"/>
                <a:gd name="T18" fmla="*/ 254 w 476"/>
                <a:gd name="T19" fmla="*/ 505 h 505"/>
                <a:gd name="T20" fmla="*/ 0 w 476"/>
                <a:gd name="T21" fmla="*/ 254 h 505"/>
                <a:gd name="T22" fmla="*/ 342 w 476"/>
                <a:gd name="T23" fmla="*/ 214 h 505"/>
                <a:gd name="T24" fmla="*/ 240 w 476"/>
                <a:gd name="T25" fmla="*/ 111 h 505"/>
                <a:gd name="T26" fmla="*/ 135 w 476"/>
                <a:gd name="T27" fmla="*/ 214 h 505"/>
                <a:gd name="T28" fmla="*/ 342 w 476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6" y="126"/>
                    <a:pt x="476" y="263"/>
                  </a:cubicBezTo>
                  <a:cubicBezTo>
                    <a:pt x="476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2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2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1" name="Freeform 11"/>
            <p:cNvSpPr/>
            <p:nvPr userDrawn="1"/>
          </p:nvSpPr>
          <p:spPr bwMode="auto">
            <a:xfrm>
              <a:off x="6837879" y="564438"/>
              <a:ext cx="127221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2" name="Freeform 12"/>
            <p:cNvSpPr/>
            <p:nvPr userDrawn="1"/>
          </p:nvSpPr>
          <p:spPr bwMode="auto">
            <a:xfrm>
              <a:off x="4988072" y="888476"/>
              <a:ext cx="134757" cy="268628"/>
            </a:xfrm>
            <a:custGeom>
              <a:avLst/>
              <a:gdLst>
                <a:gd name="T0" fmla="*/ 58 w 310"/>
                <a:gd name="T1" fmla="*/ 472 h 618"/>
                <a:gd name="T2" fmla="*/ 58 w 310"/>
                <a:gd name="T3" fmla="*/ 242 h 618"/>
                <a:gd name="T4" fmla="*/ 0 w 310"/>
                <a:gd name="T5" fmla="*/ 242 h 618"/>
                <a:gd name="T6" fmla="*/ 0 w 310"/>
                <a:gd name="T7" fmla="*/ 124 h 618"/>
                <a:gd name="T8" fmla="*/ 58 w 310"/>
                <a:gd name="T9" fmla="*/ 124 h 618"/>
                <a:gd name="T10" fmla="*/ 58 w 310"/>
                <a:gd name="T11" fmla="*/ 0 h 618"/>
                <a:gd name="T12" fmla="*/ 195 w 310"/>
                <a:gd name="T13" fmla="*/ 0 h 618"/>
                <a:gd name="T14" fmla="*/ 195 w 310"/>
                <a:gd name="T15" fmla="*/ 124 h 618"/>
                <a:gd name="T16" fmla="*/ 310 w 310"/>
                <a:gd name="T17" fmla="*/ 124 h 618"/>
                <a:gd name="T18" fmla="*/ 310 w 310"/>
                <a:gd name="T19" fmla="*/ 242 h 618"/>
                <a:gd name="T20" fmla="*/ 195 w 310"/>
                <a:gd name="T21" fmla="*/ 242 h 618"/>
                <a:gd name="T22" fmla="*/ 195 w 310"/>
                <a:gd name="T23" fmla="*/ 449 h 618"/>
                <a:gd name="T24" fmla="*/ 240 w 310"/>
                <a:gd name="T25" fmla="*/ 496 h 618"/>
                <a:gd name="T26" fmla="*/ 308 w 310"/>
                <a:gd name="T27" fmla="*/ 479 h 618"/>
                <a:gd name="T28" fmla="*/ 308 w 310"/>
                <a:gd name="T29" fmla="*/ 590 h 618"/>
                <a:gd name="T30" fmla="*/ 199 w 310"/>
                <a:gd name="T31" fmla="*/ 618 h 618"/>
                <a:gd name="T32" fmla="*/ 58 w 310"/>
                <a:gd name="T33" fmla="*/ 472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8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5" y="242"/>
                    <a:pt x="195" y="242"/>
                    <a:pt x="195" y="242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90"/>
                    <a:pt x="308" y="590"/>
                    <a:pt x="308" y="590"/>
                  </a:cubicBezTo>
                  <a:cubicBezTo>
                    <a:pt x="279" y="607"/>
                    <a:pt x="245" y="618"/>
                    <a:pt x="199" y="618"/>
                  </a:cubicBezTo>
                  <a:cubicBezTo>
                    <a:pt x="115" y="618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3" name="Freeform 13"/>
            <p:cNvSpPr>
              <a:spLocks noEditPoints="1"/>
            </p:cNvSpPr>
            <p:nvPr userDrawn="1"/>
          </p:nvSpPr>
          <p:spPr bwMode="auto">
            <a:xfrm>
              <a:off x="5131251" y="938123"/>
              <a:ext cx="207455" cy="219867"/>
            </a:xfrm>
            <a:custGeom>
              <a:avLst/>
              <a:gdLst>
                <a:gd name="T0" fmla="*/ 0 w 477"/>
                <a:gd name="T1" fmla="*/ 254 h 505"/>
                <a:gd name="T2" fmla="*/ 0 w 477"/>
                <a:gd name="T3" fmla="*/ 253 h 505"/>
                <a:gd name="T4" fmla="*/ 240 w 477"/>
                <a:gd name="T5" fmla="*/ 0 h 505"/>
                <a:gd name="T6" fmla="*/ 477 w 477"/>
                <a:gd name="T7" fmla="*/ 263 h 505"/>
                <a:gd name="T8" fmla="*/ 475 w 477"/>
                <a:gd name="T9" fmla="*/ 300 h 505"/>
                <a:gd name="T10" fmla="*/ 137 w 477"/>
                <a:gd name="T11" fmla="*/ 300 h 505"/>
                <a:gd name="T12" fmla="*/ 256 w 477"/>
                <a:gd name="T13" fmla="*/ 395 h 505"/>
                <a:gd name="T14" fmla="*/ 373 w 477"/>
                <a:gd name="T15" fmla="*/ 345 h 505"/>
                <a:gd name="T16" fmla="*/ 452 w 477"/>
                <a:gd name="T17" fmla="*/ 415 h 505"/>
                <a:gd name="T18" fmla="*/ 254 w 477"/>
                <a:gd name="T19" fmla="*/ 505 h 505"/>
                <a:gd name="T20" fmla="*/ 0 w 477"/>
                <a:gd name="T21" fmla="*/ 254 h 505"/>
                <a:gd name="T22" fmla="*/ 343 w 477"/>
                <a:gd name="T23" fmla="*/ 214 h 505"/>
                <a:gd name="T24" fmla="*/ 240 w 477"/>
                <a:gd name="T25" fmla="*/ 111 h 505"/>
                <a:gd name="T26" fmla="*/ 135 w 477"/>
                <a:gd name="T27" fmla="*/ 214 h 505"/>
                <a:gd name="T28" fmla="*/ 343 w 477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7" y="126"/>
                    <a:pt x="477" y="263"/>
                  </a:cubicBezTo>
                  <a:cubicBezTo>
                    <a:pt x="477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3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3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4" name="Freeform 14"/>
            <p:cNvSpPr/>
            <p:nvPr userDrawn="1"/>
          </p:nvSpPr>
          <p:spPr bwMode="auto">
            <a:xfrm>
              <a:off x="5348015" y="938123"/>
              <a:ext cx="195486" cy="219867"/>
            </a:xfrm>
            <a:custGeom>
              <a:avLst/>
              <a:gdLst>
                <a:gd name="T0" fmla="*/ 0 w 450"/>
                <a:gd name="T1" fmla="*/ 254 h 505"/>
                <a:gd name="T2" fmla="*/ 0 w 450"/>
                <a:gd name="T3" fmla="*/ 253 h 505"/>
                <a:gd name="T4" fmla="*/ 254 w 450"/>
                <a:gd name="T5" fmla="*/ 0 h 505"/>
                <a:gd name="T6" fmla="*/ 448 w 450"/>
                <a:gd name="T7" fmla="*/ 82 h 505"/>
                <a:gd name="T8" fmla="*/ 363 w 450"/>
                <a:gd name="T9" fmla="*/ 172 h 505"/>
                <a:gd name="T10" fmla="*/ 253 w 450"/>
                <a:gd name="T11" fmla="*/ 119 h 505"/>
                <a:gd name="T12" fmla="*/ 135 w 450"/>
                <a:gd name="T13" fmla="*/ 251 h 505"/>
                <a:gd name="T14" fmla="*/ 135 w 450"/>
                <a:gd name="T15" fmla="*/ 253 h 505"/>
                <a:gd name="T16" fmla="*/ 258 w 450"/>
                <a:gd name="T17" fmla="*/ 387 h 505"/>
                <a:gd name="T18" fmla="*/ 370 w 450"/>
                <a:gd name="T19" fmla="*/ 335 h 505"/>
                <a:gd name="T20" fmla="*/ 450 w 450"/>
                <a:gd name="T21" fmla="*/ 416 h 505"/>
                <a:gd name="T22" fmla="*/ 252 w 450"/>
                <a:gd name="T23" fmla="*/ 505 h 505"/>
                <a:gd name="T24" fmla="*/ 0 w 450"/>
                <a:gd name="T25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0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06" y="0"/>
                    <a:pt x="254" y="0"/>
                  </a:cubicBezTo>
                  <a:cubicBezTo>
                    <a:pt x="345" y="0"/>
                    <a:pt x="402" y="31"/>
                    <a:pt x="448" y="82"/>
                  </a:cubicBezTo>
                  <a:cubicBezTo>
                    <a:pt x="363" y="172"/>
                    <a:pt x="363" y="172"/>
                    <a:pt x="363" y="172"/>
                  </a:cubicBezTo>
                  <a:cubicBezTo>
                    <a:pt x="333" y="139"/>
                    <a:pt x="302" y="119"/>
                    <a:pt x="253" y="119"/>
                  </a:cubicBezTo>
                  <a:cubicBezTo>
                    <a:pt x="184" y="119"/>
                    <a:pt x="135" y="179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7"/>
                    <a:pt x="183" y="387"/>
                    <a:pt x="258" y="387"/>
                  </a:cubicBezTo>
                  <a:cubicBezTo>
                    <a:pt x="305" y="387"/>
                    <a:pt x="336" y="367"/>
                    <a:pt x="370" y="335"/>
                  </a:cubicBezTo>
                  <a:cubicBezTo>
                    <a:pt x="450" y="416"/>
                    <a:pt x="450" y="416"/>
                    <a:pt x="450" y="416"/>
                  </a:cubicBezTo>
                  <a:cubicBezTo>
                    <a:pt x="403" y="468"/>
                    <a:pt x="349" y="505"/>
                    <a:pt x="252" y="505"/>
                  </a:cubicBezTo>
                  <a:cubicBezTo>
                    <a:pt x="106" y="505"/>
                    <a:pt x="0" y="393"/>
                    <a:pt x="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5" name="Freeform 15"/>
            <p:cNvSpPr/>
            <p:nvPr userDrawn="1"/>
          </p:nvSpPr>
          <p:spPr bwMode="auto">
            <a:xfrm>
              <a:off x="5553254" y="866312"/>
              <a:ext cx="193270" cy="286802"/>
            </a:xfrm>
            <a:custGeom>
              <a:avLst/>
              <a:gdLst>
                <a:gd name="T0" fmla="*/ 0 w 445"/>
                <a:gd name="T1" fmla="*/ 0 h 660"/>
                <a:gd name="T2" fmla="*/ 138 w 445"/>
                <a:gd name="T3" fmla="*/ 0 h 660"/>
                <a:gd name="T4" fmla="*/ 138 w 445"/>
                <a:gd name="T5" fmla="*/ 244 h 660"/>
                <a:gd name="T6" fmla="*/ 280 w 445"/>
                <a:gd name="T7" fmla="*/ 166 h 660"/>
                <a:gd name="T8" fmla="*/ 445 w 445"/>
                <a:gd name="T9" fmla="*/ 346 h 660"/>
                <a:gd name="T10" fmla="*/ 445 w 445"/>
                <a:gd name="T11" fmla="*/ 660 h 660"/>
                <a:gd name="T12" fmla="*/ 307 w 445"/>
                <a:gd name="T13" fmla="*/ 660 h 660"/>
                <a:gd name="T14" fmla="*/ 307 w 445"/>
                <a:gd name="T15" fmla="*/ 390 h 660"/>
                <a:gd name="T16" fmla="*/ 224 w 445"/>
                <a:gd name="T17" fmla="*/ 291 h 660"/>
                <a:gd name="T18" fmla="*/ 138 w 445"/>
                <a:gd name="T19" fmla="*/ 390 h 660"/>
                <a:gd name="T20" fmla="*/ 138 w 445"/>
                <a:gd name="T21" fmla="*/ 660 h 660"/>
                <a:gd name="T22" fmla="*/ 0 w 445"/>
                <a:gd name="T23" fmla="*/ 660 h 660"/>
                <a:gd name="T24" fmla="*/ 0 w 445"/>
                <a:gd name="T25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5" h="660">
                  <a:moveTo>
                    <a:pt x="0" y="0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138" y="244"/>
                    <a:pt x="138" y="244"/>
                    <a:pt x="138" y="244"/>
                  </a:cubicBezTo>
                  <a:cubicBezTo>
                    <a:pt x="169" y="203"/>
                    <a:pt x="210" y="166"/>
                    <a:pt x="280" y="166"/>
                  </a:cubicBezTo>
                  <a:cubicBezTo>
                    <a:pt x="384" y="166"/>
                    <a:pt x="445" y="235"/>
                    <a:pt x="445" y="346"/>
                  </a:cubicBezTo>
                  <a:cubicBezTo>
                    <a:pt x="445" y="660"/>
                    <a:pt x="445" y="660"/>
                    <a:pt x="445" y="660"/>
                  </a:cubicBezTo>
                  <a:cubicBezTo>
                    <a:pt x="307" y="660"/>
                    <a:pt x="307" y="660"/>
                    <a:pt x="307" y="66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24"/>
                    <a:pt x="276" y="291"/>
                    <a:pt x="224" y="291"/>
                  </a:cubicBezTo>
                  <a:cubicBezTo>
                    <a:pt x="171" y="291"/>
                    <a:pt x="138" y="324"/>
                    <a:pt x="138" y="390"/>
                  </a:cubicBezTo>
                  <a:cubicBezTo>
                    <a:pt x="138" y="660"/>
                    <a:pt x="138" y="660"/>
                    <a:pt x="138" y="660"/>
                  </a:cubicBezTo>
                  <a:cubicBezTo>
                    <a:pt x="0" y="660"/>
                    <a:pt x="0" y="660"/>
                    <a:pt x="0" y="66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6" name="Freeform 16"/>
            <p:cNvSpPr/>
            <p:nvPr userDrawn="1"/>
          </p:nvSpPr>
          <p:spPr bwMode="auto">
            <a:xfrm>
              <a:off x="5762039" y="938123"/>
              <a:ext cx="192827" cy="214991"/>
            </a:xfrm>
            <a:custGeom>
              <a:avLst/>
              <a:gdLst>
                <a:gd name="T0" fmla="*/ 0 w 444"/>
                <a:gd name="T1" fmla="*/ 9 h 494"/>
                <a:gd name="T2" fmla="*/ 137 w 444"/>
                <a:gd name="T3" fmla="*/ 9 h 494"/>
                <a:gd name="T4" fmla="*/ 137 w 444"/>
                <a:gd name="T5" fmla="*/ 78 h 494"/>
                <a:gd name="T6" fmla="*/ 279 w 444"/>
                <a:gd name="T7" fmla="*/ 0 h 494"/>
                <a:gd name="T8" fmla="*/ 444 w 444"/>
                <a:gd name="T9" fmla="*/ 180 h 494"/>
                <a:gd name="T10" fmla="*/ 444 w 444"/>
                <a:gd name="T11" fmla="*/ 494 h 494"/>
                <a:gd name="T12" fmla="*/ 306 w 444"/>
                <a:gd name="T13" fmla="*/ 494 h 494"/>
                <a:gd name="T14" fmla="*/ 306 w 444"/>
                <a:gd name="T15" fmla="*/ 224 h 494"/>
                <a:gd name="T16" fmla="*/ 223 w 444"/>
                <a:gd name="T17" fmla="*/ 125 h 494"/>
                <a:gd name="T18" fmla="*/ 137 w 444"/>
                <a:gd name="T19" fmla="*/ 224 h 494"/>
                <a:gd name="T20" fmla="*/ 137 w 444"/>
                <a:gd name="T21" fmla="*/ 494 h 494"/>
                <a:gd name="T22" fmla="*/ 0 w 444"/>
                <a:gd name="T23" fmla="*/ 494 h 494"/>
                <a:gd name="T24" fmla="*/ 0 w 444"/>
                <a:gd name="T25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4" h="494">
                  <a:moveTo>
                    <a:pt x="0" y="9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69" y="37"/>
                    <a:pt x="210" y="0"/>
                    <a:pt x="279" y="0"/>
                  </a:cubicBezTo>
                  <a:cubicBezTo>
                    <a:pt x="383" y="0"/>
                    <a:pt x="444" y="69"/>
                    <a:pt x="444" y="180"/>
                  </a:cubicBezTo>
                  <a:cubicBezTo>
                    <a:pt x="444" y="494"/>
                    <a:pt x="444" y="494"/>
                    <a:pt x="444" y="494"/>
                  </a:cubicBezTo>
                  <a:cubicBezTo>
                    <a:pt x="306" y="494"/>
                    <a:pt x="306" y="494"/>
                    <a:pt x="306" y="494"/>
                  </a:cubicBezTo>
                  <a:cubicBezTo>
                    <a:pt x="306" y="224"/>
                    <a:pt x="306" y="224"/>
                    <a:pt x="306" y="224"/>
                  </a:cubicBezTo>
                  <a:cubicBezTo>
                    <a:pt x="306" y="158"/>
                    <a:pt x="276" y="125"/>
                    <a:pt x="223" y="125"/>
                  </a:cubicBezTo>
                  <a:cubicBezTo>
                    <a:pt x="171" y="125"/>
                    <a:pt x="137" y="158"/>
                    <a:pt x="137" y="224"/>
                  </a:cubicBezTo>
                  <a:cubicBezTo>
                    <a:pt x="137" y="494"/>
                    <a:pt x="137" y="494"/>
                    <a:pt x="137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7" name="Freeform 17"/>
            <p:cNvSpPr>
              <a:spLocks noEditPoints="1"/>
            </p:cNvSpPr>
            <p:nvPr userDrawn="1"/>
          </p:nvSpPr>
          <p:spPr bwMode="auto">
            <a:xfrm>
              <a:off x="5967277" y="938123"/>
              <a:ext cx="228289" cy="219867"/>
            </a:xfrm>
            <a:custGeom>
              <a:avLst/>
              <a:gdLst>
                <a:gd name="T0" fmla="*/ 0 w 525"/>
                <a:gd name="T1" fmla="*/ 254 h 505"/>
                <a:gd name="T2" fmla="*/ 0 w 525"/>
                <a:gd name="T3" fmla="*/ 253 h 505"/>
                <a:gd name="T4" fmla="*/ 263 w 525"/>
                <a:gd name="T5" fmla="*/ 0 h 505"/>
                <a:gd name="T6" fmla="*/ 525 w 525"/>
                <a:gd name="T7" fmla="*/ 251 h 505"/>
                <a:gd name="T8" fmla="*/ 525 w 525"/>
                <a:gd name="T9" fmla="*/ 253 h 505"/>
                <a:gd name="T10" fmla="*/ 262 w 525"/>
                <a:gd name="T11" fmla="*/ 505 h 505"/>
                <a:gd name="T12" fmla="*/ 0 w 525"/>
                <a:gd name="T13" fmla="*/ 254 h 505"/>
                <a:gd name="T14" fmla="*/ 389 w 525"/>
                <a:gd name="T15" fmla="*/ 254 h 505"/>
                <a:gd name="T16" fmla="*/ 389 w 525"/>
                <a:gd name="T17" fmla="*/ 253 h 505"/>
                <a:gd name="T18" fmla="*/ 262 w 525"/>
                <a:gd name="T19" fmla="*/ 119 h 505"/>
                <a:gd name="T20" fmla="*/ 136 w 525"/>
                <a:gd name="T21" fmla="*/ 251 h 505"/>
                <a:gd name="T22" fmla="*/ 136 w 525"/>
                <a:gd name="T23" fmla="*/ 253 h 505"/>
                <a:gd name="T24" fmla="*/ 263 w 525"/>
                <a:gd name="T25" fmla="*/ 387 h 505"/>
                <a:gd name="T26" fmla="*/ 389 w 525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2" y="0"/>
                    <a:pt x="263" y="0"/>
                  </a:cubicBezTo>
                  <a:cubicBezTo>
                    <a:pt x="414" y="0"/>
                    <a:pt x="525" y="111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3" y="505"/>
                    <a:pt x="262" y="505"/>
                  </a:cubicBezTo>
                  <a:cubicBezTo>
                    <a:pt x="111" y="505"/>
                    <a:pt x="0" y="394"/>
                    <a:pt x="0" y="254"/>
                  </a:cubicBezTo>
                  <a:close/>
                  <a:moveTo>
                    <a:pt x="389" y="254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8" name="Rectangle 18"/>
            <p:cNvSpPr>
              <a:spLocks noChangeArrowheads="1"/>
            </p:cNvSpPr>
            <p:nvPr userDrawn="1"/>
          </p:nvSpPr>
          <p:spPr bwMode="auto">
            <a:xfrm>
              <a:off x="6207091" y="866312"/>
              <a:ext cx="59843" cy="28680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9" name="Freeform 19"/>
            <p:cNvSpPr>
              <a:spLocks noEditPoints="1"/>
            </p:cNvSpPr>
            <p:nvPr userDrawn="1"/>
          </p:nvSpPr>
          <p:spPr bwMode="auto">
            <a:xfrm>
              <a:off x="6278460" y="938123"/>
              <a:ext cx="228732" cy="219867"/>
            </a:xfrm>
            <a:custGeom>
              <a:avLst/>
              <a:gdLst>
                <a:gd name="T0" fmla="*/ 0 w 526"/>
                <a:gd name="T1" fmla="*/ 254 h 505"/>
                <a:gd name="T2" fmla="*/ 0 w 526"/>
                <a:gd name="T3" fmla="*/ 253 h 505"/>
                <a:gd name="T4" fmla="*/ 264 w 526"/>
                <a:gd name="T5" fmla="*/ 0 h 505"/>
                <a:gd name="T6" fmla="*/ 526 w 526"/>
                <a:gd name="T7" fmla="*/ 251 h 505"/>
                <a:gd name="T8" fmla="*/ 526 w 526"/>
                <a:gd name="T9" fmla="*/ 253 h 505"/>
                <a:gd name="T10" fmla="*/ 262 w 526"/>
                <a:gd name="T11" fmla="*/ 505 h 505"/>
                <a:gd name="T12" fmla="*/ 0 w 526"/>
                <a:gd name="T13" fmla="*/ 254 h 505"/>
                <a:gd name="T14" fmla="*/ 390 w 526"/>
                <a:gd name="T15" fmla="*/ 254 h 505"/>
                <a:gd name="T16" fmla="*/ 390 w 526"/>
                <a:gd name="T17" fmla="*/ 253 h 505"/>
                <a:gd name="T18" fmla="*/ 262 w 526"/>
                <a:gd name="T19" fmla="*/ 119 h 505"/>
                <a:gd name="T20" fmla="*/ 136 w 526"/>
                <a:gd name="T21" fmla="*/ 251 h 505"/>
                <a:gd name="T22" fmla="*/ 136 w 526"/>
                <a:gd name="T23" fmla="*/ 253 h 505"/>
                <a:gd name="T24" fmla="*/ 264 w 526"/>
                <a:gd name="T25" fmla="*/ 387 h 505"/>
                <a:gd name="T26" fmla="*/ 390 w 526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3" y="0"/>
                    <a:pt x="264" y="0"/>
                  </a:cubicBezTo>
                  <a:cubicBezTo>
                    <a:pt x="414" y="0"/>
                    <a:pt x="526" y="111"/>
                    <a:pt x="526" y="251"/>
                  </a:cubicBezTo>
                  <a:cubicBezTo>
                    <a:pt x="526" y="253"/>
                    <a:pt x="526" y="253"/>
                    <a:pt x="526" y="253"/>
                  </a:cubicBezTo>
                  <a:cubicBezTo>
                    <a:pt x="526" y="392"/>
                    <a:pt x="413" y="505"/>
                    <a:pt x="262" y="505"/>
                  </a:cubicBezTo>
                  <a:cubicBezTo>
                    <a:pt x="112" y="505"/>
                    <a:pt x="0" y="394"/>
                    <a:pt x="0" y="254"/>
                  </a:cubicBezTo>
                  <a:close/>
                  <a:moveTo>
                    <a:pt x="390" y="254"/>
                  </a:moveTo>
                  <a:cubicBezTo>
                    <a:pt x="390" y="253"/>
                    <a:pt x="390" y="253"/>
                    <a:pt x="390" y="253"/>
                  </a:cubicBezTo>
                  <a:cubicBezTo>
                    <a:pt x="390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8" y="387"/>
                    <a:pt x="264" y="387"/>
                  </a:cubicBezTo>
                  <a:cubicBezTo>
                    <a:pt x="343" y="387"/>
                    <a:pt x="390" y="326"/>
                    <a:pt x="39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0" name="Freeform 20"/>
            <p:cNvSpPr>
              <a:spLocks noEditPoints="1"/>
            </p:cNvSpPr>
            <p:nvPr userDrawn="1"/>
          </p:nvSpPr>
          <p:spPr bwMode="auto">
            <a:xfrm>
              <a:off x="6516057" y="938123"/>
              <a:ext cx="221197" cy="278823"/>
            </a:xfrm>
            <a:custGeom>
              <a:avLst/>
              <a:gdLst>
                <a:gd name="T0" fmla="*/ 24 w 509"/>
                <a:gd name="T1" fmla="*/ 590 h 641"/>
                <a:gd name="T2" fmla="*/ 71 w 509"/>
                <a:gd name="T3" fmla="*/ 487 h 641"/>
                <a:gd name="T4" fmla="*/ 235 w 509"/>
                <a:gd name="T5" fmla="*/ 531 h 641"/>
                <a:gd name="T6" fmla="*/ 373 w 509"/>
                <a:gd name="T7" fmla="*/ 399 h 641"/>
                <a:gd name="T8" fmla="*/ 373 w 509"/>
                <a:gd name="T9" fmla="*/ 376 h 641"/>
                <a:gd name="T10" fmla="*/ 215 w 509"/>
                <a:gd name="T11" fmla="*/ 454 h 641"/>
                <a:gd name="T12" fmla="*/ 0 w 509"/>
                <a:gd name="T13" fmla="*/ 228 h 641"/>
                <a:gd name="T14" fmla="*/ 0 w 509"/>
                <a:gd name="T15" fmla="*/ 226 h 641"/>
                <a:gd name="T16" fmla="*/ 215 w 509"/>
                <a:gd name="T17" fmla="*/ 0 h 641"/>
                <a:gd name="T18" fmla="*/ 372 w 509"/>
                <a:gd name="T19" fmla="*/ 72 h 641"/>
                <a:gd name="T20" fmla="*/ 372 w 509"/>
                <a:gd name="T21" fmla="*/ 9 h 641"/>
                <a:gd name="T22" fmla="*/ 509 w 509"/>
                <a:gd name="T23" fmla="*/ 9 h 641"/>
                <a:gd name="T24" fmla="*/ 509 w 509"/>
                <a:gd name="T25" fmla="*/ 385 h 641"/>
                <a:gd name="T26" fmla="*/ 448 w 509"/>
                <a:gd name="T27" fmla="*/ 576 h 641"/>
                <a:gd name="T28" fmla="*/ 239 w 509"/>
                <a:gd name="T29" fmla="*/ 641 h 641"/>
                <a:gd name="T30" fmla="*/ 24 w 509"/>
                <a:gd name="T31" fmla="*/ 590 h 641"/>
                <a:gd name="T32" fmla="*/ 373 w 509"/>
                <a:gd name="T33" fmla="*/ 228 h 641"/>
                <a:gd name="T34" fmla="*/ 373 w 509"/>
                <a:gd name="T35" fmla="*/ 226 h 641"/>
                <a:gd name="T36" fmla="*/ 255 w 509"/>
                <a:gd name="T37" fmla="*/ 114 h 641"/>
                <a:gd name="T38" fmla="*/ 137 w 509"/>
                <a:gd name="T39" fmla="*/ 226 h 641"/>
                <a:gd name="T40" fmla="*/ 137 w 509"/>
                <a:gd name="T41" fmla="*/ 228 h 641"/>
                <a:gd name="T42" fmla="*/ 255 w 509"/>
                <a:gd name="T43" fmla="*/ 340 h 641"/>
                <a:gd name="T44" fmla="*/ 373 w 509"/>
                <a:gd name="T45" fmla="*/ 228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9" h="641">
                  <a:moveTo>
                    <a:pt x="24" y="590"/>
                  </a:moveTo>
                  <a:cubicBezTo>
                    <a:pt x="71" y="487"/>
                    <a:pt x="71" y="487"/>
                    <a:pt x="71" y="487"/>
                  </a:cubicBezTo>
                  <a:cubicBezTo>
                    <a:pt x="121" y="515"/>
                    <a:pt x="171" y="531"/>
                    <a:pt x="235" y="531"/>
                  </a:cubicBezTo>
                  <a:cubicBezTo>
                    <a:pt x="329" y="531"/>
                    <a:pt x="373" y="486"/>
                    <a:pt x="373" y="399"/>
                  </a:cubicBezTo>
                  <a:cubicBezTo>
                    <a:pt x="373" y="376"/>
                    <a:pt x="373" y="376"/>
                    <a:pt x="373" y="376"/>
                  </a:cubicBezTo>
                  <a:cubicBezTo>
                    <a:pt x="333" y="425"/>
                    <a:pt x="288" y="454"/>
                    <a:pt x="215" y="454"/>
                  </a:cubicBezTo>
                  <a:cubicBezTo>
                    <a:pt x="102" y="454"/>
                    <a:pt x="0" y="372"/>
                    <a:pt x="0" y="228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82"/>
                    <a:pt x="104" y="0"/>
                    <a:pt x="215" y="0"/>
                  </a:cubicBezTo>
                  <a:cubicBezTo>
                    <a:pt x="290" y="0"/>
                    <a:pt x="334" y="32"/>
                    <a:pt x="372" y="72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509" y="9"/>
                    <a:pt x="509" y="9"/>
                    <a:pt x="509" y="9"/>
                  </a:cubicBezTo>
                  <a:cubicBezTo>
                    <a:pt x="509" y="385"/>
                    <a:pt x="509" y="385"/>
                    <a:pt x="509" y="385"/>
                  </a:cubicBezTo>
                  <a:cubicBezTo>
                    <a:pt x="509" y="472"/>
                    <a:pt x="488" y="535"/>
                    <a:pt x="448" y="576"/>
                  </a:cubicBezTo>
                  <a:cubicBezTo>
                    <a:pt x="402" y="621"/>
                    <a:pt x="333" y="641"/>
                    <a:pt x="239" y="641"/>
                  </a:cubicBezTo>
                  <a:cubicBezTo>
                    <a:pt x="160" y="641"/>
                    <a:pt x="86" y="623"/>
                    <a:pt x="24" y="590"/>
                  </a:cubicBezTo>
                  <a:close/>
                  <a:moveTo>
                    <a:pt x="373" y="228"/>
                  </a:moveTo>
                  <a:cubicBezTo>
                    <a:pt x="373" y="226"/>
                    <a:pt x="373" y="226"/>
                    <a:pt x="373" y="226"/>
                  </a:cubicBezTo>
                  <a:cubicBezTo>
                    <a:pt x="373" y="160"/>
                    <a:pt x="322" y="114"/>
                    <a:pt x="255" y="114"/>
                  </a:cubicBezTo>
                  <a:cubicBezTo>
                    <a:pt x="188" y="114"/>
                    <a:pt x="137" y="160"/>
                    <a:pt x="137" y="226"/>
                  </a:cubicBezTo>
                  <a:cubicBezTo>
                    <a:pt x="137" y="228"/>
                    <a:pt x="137" y="228"/>
                    <a:pt x="137" y="228"/>
                  </a:cubicBezTo>
                  <a:cubicBezTo>
                    <a:pt x="137" y="295"/>
                    <a:pt x="188" y="340"/>
                    <a:pt x="255" y="340"/>
                  </a:cubicBezTo>
                  <a:cubicBezTo>
                    <a:pt x="322" y="340"/>
                    <a:pt x="373" y="294"/>
                    <a:pt x="373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1" name="Freeform 21"/>
            <p:cNvSpPr/>
            <p:nvPr userDrawn="1"/>
          </p:nvSpPr>
          <p:spPr bwMode="auto">
            <a:xfrm>
              <a:off x="6747450" y="942113"/>
              <a:ext cx="219424" cy="275277"/>
            </a:xfrm>
            <a:custGeom>
              <a:avLst/>
              <a:gdLst>
                <a:gd name="T0" fmla="*/ 362 w 505"/>
                <a:gd name="T1" fmla="*/ 0 h 633"/>
                <a:gd name="T2" fmla="*/ 505 w 505"/>
                <a:gd name="T3" fmla="*/ 0 h 633"/>
                <a:gd name="T4" fmla="*/ 319 w 505"/>
                <a:gd name="T5" fmla="*/ 497 h 633"/>
                <a:gd name="T6" fmla="*/ 159 w 505"/>
                <a:gd name="T7" fmla="*/ 633 h 633"/>
                <a:gd name="T8" fmla="*/ 37 w 505"/>
                <a:gd name="T9" fmla="*/ 599 h 633"/>
                <a:gd name="T10" fmla="*/ 83 w 505"/>
                <a:gd name="T11" fmla="*/ 500 h 633"/>
                <a:gd name="T12" fmla="*/ 142 w 505"/>
                <a:gd name="T13" fmla="*/ 519 h 633"/>
                <a:gd name="T14" fmla="*/ 190 w 505"/>
                <a:gd name="T15" fmla="*/ 487 h 633"/>
                <a:gd name="T16" fmla="*/ 0 w 505"/>
                <a:gd name="T17" fmla="*/ 0 h 633"/>
                <a:gd name="T18" fmla="*/ 146 w 505"/>
                <a:gd name="T19" fmla="*/ 0 h 633"/>
                <a:gd name="T20" fmla="*/ 256 w 505"/>
                <a:gd name="T21" fmla="*/ 331 h 633"/>
                <a:gd name="T22" fmla="*/ 362 w 505"/>
                <a:gd name="T23" fmla="*/ 0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05" h="633">
                  <a:moveTo>
                    <a:pt x="362" y="0"/>
                  </a:moveTo>
                  <a:cubicBezTo>
                    <a:pt x="505" y="0"/>
                    <a:pt x="505" y="0"/>
                    <a:pt x="505" y="0"/>
                  </a:cubicBezTo>
                  <a:cubicBezTo>
                    <a:pt x="319" y="497"/>
                    <a:pt x="319" y="497"/>
                    <a:pt x="319" y="497"/>
                  </a:cubicBezTo>
                  <a:cubicBezTo>
                    <a:pt x="282" y="596"/>
                    <a:pt x="242" y="633"/>
                    <a:pt x="159" y="633"/>
                  </a:cubicBezTo>
                  <a:cubicBezTo>
                    <a:pt x="110" y="633"/>
                    <a:pt x="73" y="620"/>
                    <a:pt x="37" y="599"/>
                  </a:cubicBezTo>
                  <a:cubicBezTo>
                    <a:pt x="83" y="500"/>
                    <a:pt x="83" y="500"/>
                    <a:pt x="83" y="500"/>
                  </a:cubicBezTo>
                  <a:cubicBezTo>
                    <a:pt x="101" y="511"/>
                    <a:pt x="124" y="519"/>
                    <a:pt x="142" y="519"/>
                  </a:cubicBezTo>
                  <a:cubicBezTo>
                    <a:pt x="166" y="519"/>
                    <a:pt x="178" y="512"/>
                    <a:pt x="190" y="48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256" y="331"/>
                    <a:pt x="256" y="331"/>
                    <a:pt x="256" y="331"/>
                  </a:cubicBezTo>
                  <a:lnTo>
                    <a:pt x="3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2" name="Freeform 22"/>
            <p:cNvSpPr/>
            <p:nvPr userDrawn="1"/>
          </p:nvSpPr>
          <p:spPr bwMode="auto">
            <a:xfrm>
              <a:off x="6005842" y="1258171"/>
              <a:ext cx="132541" cy="290348"/>
            </a:xfrm>
            <a:custGeom>
              <a:avLst/>
              <a:gdLst>
                <a:gd name="T0" fmla="*/ 57 w 305"/>
                <a:gd name="T1" fmla="*/ 299 h 667"/>
                <a:gd name="T2" fmla="*/ 0 w 305"/>
                <a:gd name="T3" fmla="*/ 299 h 667"/>
                <a:gd name="T4" fmla="*/ 0 w 305"/>
                <a:gd name="T5" fmla="*/ 186 h 667"/>
                <a:gd name="T6" fmla="*/ 57 w 305"/>
                <a:gd name="T7" fmla="*/ 186 h 667"/>
                <a:gd name="T8" fmla="*/ 57 w 305"/>
                <a:gd name="T9" fmla="*/ 155 h 667"/>
                <a:gd name="T10" fmla="*/ 96 w 305"/>
                <a:gd name="T11" fmla="*/ 38 h 667"/>
                <a:gd name="T12" fmla="*/ 208 w 305"/>
                <a:gd name="T13" fmla="*/ 0 h 667"/>
                <a:gd name="T14" fmla="*/ 305 w 305"/>
                <a:gd name="T15" fmla="*/ 13 h 667"/>
                <a:gd name="T16" fmla="*/ 305 w 305"/>
                <a:gd name="T17" fmla="*/ 127 h 667"/>
                <a:gd name="T18" fmla="*/ 243 w 305"/>
                <a:gd name="T19" fmla="*/ 115 h 667"/>
                <a:gd name="T20" fmla="*/ 193 w 305"/>
                <a:gd name="T21" fmla="*/ 168 h 667"/>
                <a:gd name="T22" fmla="*/ 193 w 305"/>
                <a:gd name="T23" fmla="*/ 187 h 667"/>
                <a:gd name="T24" fmla="*/ 305 w 305"/>
                <a:gd name="T25" fmla="*/ 187 h 667"/>
                <a:gd name="T26" fmla="*/ 305 w 305"/>
                <a:gd name="T27" fmla="*/ 299 h 667"/>
                <a:gd name="T28" fmla="*/ 195 w 305"/>
                <a:gd name="T29" fmla="*/ 299 h 667"/>
                <a:gd name="T30" fmla="*/ 195 w 305"/>
                <a:gd name="T31" fmla="*/ 667 h 667"/>
                <a:gd name="T32" fmla="*/ 57 w 305"/>
                <a:gd name="T33" fmla="*/ 667 h 667"/>
                <a:gd name="T34" fmla="*/ 57 w 305"/>
                <a:gd name="T35" fmla="*/ 299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5" h="667">
                  <a:moveTo>
                    <a:pt x="57" y="299"/>
                  </a:moveTo>
                  <a:cubicBezTo>
                    <a:pt x="0" y="299"/>
                    <a:pt x="0" y="299"/>
                    <a:pt x="0" y="299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57" y="186"/>
                    <a:pt x="57" y="186"/>
                    <a:pt x="57" y="186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7" y="102"/>
                    <a:pt x="71" y="63"/>
                    <a:pt x="96" y="38"/>
                  </a:cubicBezTo>
                  <a:cubicBezTo>
                    <a:pt x="122" y="12"/>
                    <a:pt x="159" y="0"/>
                    <a:pt x="208" y="0"/>
                  </a:cubicBezTo>
                  <a:cubicBezTo>
                    <a:pt x="251" y="0"/>
                    <a:pt x="280" y="5"/>
                    <a:pt x="305" y="13"/>
                  </a:cubicBezTo>
                  <a:cubicBezTo>
                    <a:pt x="305" y="127"/>
                    <a:pt x="305" y="127"/>
                    <a:pt x="305" y="127"/>
                  </a:cubicBezTo>
                  <a:cubicBezTo>
                    <a:pt x="286" y="120"/>
                    <a:pt x="267" y="115"/>
                    <a:pt x="243" y="115"/>
                  </a:cubicBezTo>
                  <a:cubicBezTo>
                    <a:pt x="211" y="115"/>
                    <a:pt x="193" y="132"/>
                    <a:pt x="193" y="168"/>
                  </a:cubicBezTo>
                  <a:cubicBezTo>
                    <a:pt x="193" y="187"/>
                    <a:pt x="193" y="187"/>
                    <a:pt x="193" y="187"/>
                  </a:cubicBezTo>
                  <a:cubicBezTo>
                    <a:pt x="305" y="187"/>
                    <a:pt x="305" y="187"/>
                    <a:pt x="305" y="187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195" y="299"/>
                    <a:pt x="195" y="299"/>
                    <a:pt x="195" y="299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57" y="667"/>
                    <a:pt x="57" y="667"/>
                    <a:pt x="57" y="667"/>
                  </a:cubicBezTo>
                  <a:lnTo>
                    <a:pt x="57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3" name="Freeform 23"/>
            <p:cNvSpPr>
              <a:spLocks noEditPoints="1"/>
            </p:cNvSpPr>
            <p:nvPr userDrawn="1"/>
          </p:nvSpPr>
          <p:spPr bwMode="auto">
            <a:xfrm>
              <a:off x="6137497" y="1333086"/>
              <a:ext cx="228289" cy="219867"/>
            </a:xfrm>
            <a:custGeom>
              <a:avLst/>
              <a:gdLst>
                <a:gd name="T0" fmla="*/ 0 w 525"/>
                <a:gd name="T1" fmla="*/ 255 h 506"/>
                <a:gd name="T2" fmla="*/ 0 w 525"/>
                <a:gd name="T3" fmla="*/ 253 h 506"/>
                <a:gd name="T4" fmla="*/ 263 w 525"/>
                <a:gd name="T5" fmla="*/ 0 h 506"/>
                <a:gd name="T6" fmla="*/ 525 w 525"/>
                <a:gd name="T7" fmla="*/ 251 h 506"/>
                <a:gd name="T8" fmla="*/ 525 w 525"/>
                <a:gd name="T9" fmla="*/ 253 h 506"/>
                <a:gd name="T10" fmla="*/ 261 w 525"/>
                <a:gd name="T11" fmla="*/ 506 h 506"/>
                <a:gd name="T12" fmla="*/ 0 w 525"/>
                <a:gd name="T13" fmla="*/ 255 h 506"/>
                <a:gd name="T14" fmla="*/ 389 w 525"/>
                <a:gd name="T15" fmla="*/ 255 h 506"/>
                <a:gd name="T16" fmla="*/ 389 w 525"/>
                <a:gd name="T17" fmla="*/ 253 h 506"/>
                <a:gd name="T18" fmla="*/ 261 w 525"/>
                <a:gd name="T19" fmla="*/ 119 h 506"/>
                <a:gd name="T20" fmla="*/ 135 w 525"/>
                <a:gd name="T21" fmla="*/ 251 h 506"/>
                <a:gd name="T22" fmla="*/ 135 w 525"/>
                <a:gd name="T23" fmla="*/ 253 h 506"/>
                <a:gd name="T24" fmla="*/ 263 w 525"/>
                <a:gd name="T25" fmla="*/ 387 h 506"/>
                <a:gd name="T26" fmla="*/ 389 w 525"/>
                <a:gd name="T27" fmla="*/ 25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6">
                  <a:moveTo>
                    <a:pt x="0" y="255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12" y="0"/>
                    <a:pt x="263" y="0"/>
                  </a:cubicBezTo>
                  <a:cubicBezTo>
                    <a:pt x="413" y="0"/>
                    <a:pt x="525" y="112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2" y="506"/>
                    <a:pt x="261" y="506"/>
                  </a:cubicBezTo>
                  <a:cubicBezTo>
                    <a:pt x="111" y="506"/>
                    <a:pt x="0" y="394"/>
                    <a:pt x="0" y="255"/>
                  </a:cubicBezTo>
                  <a:close/>
                  <a:moveTo>
                    <a:pt x="389" y="255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2"/>
                    <a:pt x="337" y="119"/>
                    <a:pt x="261" y="119"/>
                  </a:cubicBezTo>
                  <a:cubicBezTo>
                    <a:pt x="183" y="119"/>
                    <a:pt x="135" y="180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5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4" name="Freeform 24"/>
            <p:cNvSpPr/>
            <p:nvPr userDrawn="1"/>
          </p:nvSpPr>
          <p:spPr bwMode="auto">
            <a:xfrm>
              <a:off x="6379084" y="1331756"/>
              <a:ext cx="127665" cy="216764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0 h 498"/>
                <a:gd name="T6" fmla="*/ 293 w 293"/>
                <a:gd name="T7" fmla="*/ 3 h 498"/>
                <a:gd name="T8" fmla="*/ 293 w 293"/>
                <a:gd name="T9" fmla="*/ 147 h 498"/>
                <a:gd name="T10" fmla="*/ 286 w 293"/>
                <a:gd name="T11" fmla="*/ 147 h 498"/>
                <a:gd name="T12" fmla="*/ 138 w 293"/>
                <a:gd name="T13" fmla="*/ 318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66" y="43"/>
                    <a:pt x="211" y="0"/>
                    <a:pt x="293" y="3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86" y="147"/>
                    <a:pt x="286" y="147"/>
                    <a:pt x="286" y="147"/>
                  </a:cubicBezTo>
                  <a:cubicBezTo>
                    <a:pt x="194" y="147"/>
                    <a:pt x="138" y="203"/>
                    <a:pt x="138" y="318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5" name="Freeform 25"/>
            <p:cNvSpPr>
              <a:spLocks noEditPoints="1"/>
            </p:cNvSpPr>
            <p:nvPr userDrawn="1"/>
          </p:nvSpPr>
          <p:spPr bwMode="auto">
            <a:xfrm>
              <a:off x="6582993" y="1334859"/>
              <a:ext cx="194157" cy="217207"/>
            </a:xfrm>
            <a:custGeom>
              <a:avLst/>
              <a:gdLst>
                <a:gd name="T0" fmla="*/ 0 w 446"/>
                <a:gd name="T1" fmla="*/ 351 h 500"/>
                <a:gd name="T2" fmla="*/ 0 w 446"/>
                <a:gd name="T3" fmla="*/ 349 h 500"/>
                <a:gd name="T4" fmla="*/ 195 w 446"/>
                <a:gd name="T5" fmla="*/ 195 h 500"/>
                <a:gd name="T6" fmla="*/ 314 w 446"/>
                <a:gd name="T7" fmla="*/ 215 h 500"/>
                <a:gd name="T8" fmla="*/ 314 w 446"/>
                <a:gd name="T9" fmla="*/ 206 h 500"/>
                <a:gd name="T10" fmla="*/ 210 w 446"/>
                <a:gd name="T11" fmla="*/ 118 h 500"/>
                <a:gd name="T12" fmla="*/ 76 w 446"/>
                <a:gd name="T13" fmla="*/ 144 h 500"/>
                <a:gd name="T14" fmla="*/ 42 w 446"/>
                <a:gd name="T15" fmla="*/ 39 h 500"/>
                <a:gd name="T16" fmla="*/ 230 w 446"/>
                <a:gd name="T17" fmla="*/ 0 h 500"/>
                <a:gd name="T18" fmla="*/ 394 w 446"/>
                <a:gd name="T19" fmla="*/ 54 h 500"/>
                <a:gd name="T20" fmla="*/ 446 w 446"/>
                <a:gd name="T21" fmla="*/ 209 h 500"/>
                <a:gd name="T22" fmla="*/ 446 w 446"/>
                <a:gd name="T23" fmla="*/ 491 h 500"/>
                <a:gd name="T24" fmla="*/ 313 w 446"/>
                <a:gd name="T25" fmla="*/ 491 h 500"/>
                <a:gd name="T26" fmla="*/ 313 w 446"/>
                <a:gd name="T27" fmla="*/ 438 h 500"/>
                <a:gd name="T28" fmla="*/ 167 w 446"/>
                <a:gd name="T29" fmla="*/ 500 h 500"/>
                <a:gd name="T30" fmla="*/ 0 w 446"/>
                <a:gd name="T31" fmla="*/ 351 h 500"/>
                <a:gd name="T32" fmla="*/ 316 w 446"/>
                <a:gd name="T33" fmla="*/ 320 h 500"/>
                <a:gd name="T34" fmla="*/ 316 w 446"/>
                <a:gd name="T35" fmla="*/ 295 h 500"/>
                <a:gd name="T36" fmla="*/ 228 w 446"/>
                <a:gd name="T37" fmla="*/ 277 h 500"/>
                <a:gd name="T38" fmla="*/ 133 w 446"/>
                <a:gd name="T39" fmla="*/ 344 h 500"/>
                <a:gd name="T40" fmla="*/ 133 w 446"/>
                <a:gd name="T41" fmla="*/ 346 h 500"/>
                <a:gd name="T42" fmla="*/ 208 w 446"/>
                <a:gd name="T43" fmla="*/ 405 h 500"/>
                <a:gd name="T44" fmla="*/ 316 w 446"/>
                <a:gd name="T45" fmla="*/ 32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500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4"/>
                    <a:pt x="81" y="195"/>
                    <a:pt x="195" y="195"/>
                  </a:cubicBezTo>
                  <a:cubicBezTo>
                    <a:pt x="244" y="195"/>
                    <a:pt x="280" y="203"/>
                    <a:pt x="314" y="215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8"/>
                    <a:pt x="210" y="118"/>
                  </a:cubicBezTo>
                  <a:cubicBezTo>
                    <a:pt x="157" y="118"/>
                    <a:pt x="120" y="128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8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1"/>
                    <a:pt x="446" y="144"/>
                    <a:pt x="446" y="209"/>
                  </a:cubicBezTo>
                  <a:cubicBezTo>
                    <a:pt x="446" y="491"/>
                    <a:pt x="446" y="491"/>
                    <a:pt x="446" y="491"/>
                  </a:cubicBezTo>
                  <a:cubicBezTo>
                    <a:pt x="313" y="491"/>
                    <a:pt x="313" y="491"/>
                    <a:pt x="313" y="491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4" y="500"/>
                    <a:pt x="167" y="500"/>
                  </a:cubicBezTo>
                  <a:cubicBezTo>
                    <a:pt x="75" y="500"/>
                    <a:pt x="0" y="447"/>
                    <a:pt x="0" y="351"/>
                  </a:cubicBezTo>
                  <a:close/>
                  <a:moveTo>
                    <a:pt x="316" y="320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1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5"/>
                    <a:pt x="208" y="405"/>
                  </a:cubicBezTo>
                  <a:cubicBezTo>
                    <a:pt x="272" y="405"/>
                    <a:pt x="316" y="369"/>
                    <a:pt x="316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6" name="Rectangle 26"/>
            <p:cNvSpPr>
              <a:spLocks noChangeArrowheads="1"/>
            </p:cNvSpPr>
            <p:nvPr userDrawn="1"/>
          </p:nvSpPr>
          <p:spPr bwMode="auto">
            <a:xfrm>
              <a:off x="6801973" y="1260831"/>
              <a:ext cx="59843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7" name="Rectangle 27"/>
            <p:cNvSpPr>
              <a:spLocks noChangeArrowheads="1"/>
            </p:cNvSpPr>
            <p:nvPr userDrawn="1"/>
          </p:nvSpPr>
          <p:spPr bwMode="auto">
            <a:xfrm>
              <a:off x="6886639" y="1260831"/>
              <a:ext cx="59399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11556230" y="767096"/>
            <a:ext cx="634181" cy="1898696"/>
            <a:chOff x="11556230" y="767096"/>
            <a:chExt cx="634181" cy="1898696"/>
          </a:xfrm>
        </p:grpSpPr>
        <p:sp>
          <p:nvSpPr>
            <p:cNvPr id="77" name="Rectangle 28"/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grpSp>
          <p:nvGrpSpPr>
            <p:cNvPr id="78" name="Group 77"/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/>
              <p:cNvSpPr/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0" name="Freeform 30"/>
              <p:cNvSpPr/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1" name="Freeform 31"/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2" name="Freeform 32"/>
              <p:cNvSpPr/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3" name="Freeform 33"/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4" name="Freeform 34"/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</p:grp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38947" y="3561907"/>
            <a:ext cx="7852329" cy="17740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3"/>
            <a:ext cx="9912096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565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51"/>
            <a:ext cx="9912096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1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  <a:endParaRPr 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vmlDrawing" Target="../drawings/vmlDrawing1.vml"/><Relationship Id="rId14" Type="http://schemas.openxmlformats.org/officeDocument/2006/relationships/image" Target="../media/image2.emf"/><Relationship Id="rId13" Type="http://schemas.openxmlformats.org/officeDocument/2006/relationships/oleObject" Target="../embeddings/oleObject1.bin"/><Relationship Id="rId12" Type="http://schemas.openxmlformats.org/officeDocument/2006/relationships/tags" Target="../tags/tag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vmlDrawing" Target="../drawings/vmlDrawing2.vml"/><Relationship Id="rId13" Type="http://schemas.openxmlformats.org/officeDocument/2006/relationships/image" Target="../media/image7.emf"/><Relationship Id="rId12" Type="http://schemas.openxmlformats.org/officeDocument/2006/relationships/oleObject" Target="../embeddings/oleObject2.bin"/><Relationship Id="rId11" Type="http://schemas.openxmlformats.org/officeDocument/2006/relationships/tags" Target="../tags/tag3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6" Type="http://schemas.openxmlformats.org/officeDocument/2006/relationships/theme" Target="../theme/theme3.xml"/><Relationship Id="rId35" Type="http://schemas.openxmlformats.org/officeDocument/2006/relationships/vmlDrawing" Target="../drawings/vmlDrawing5.vml"/><Relationship Id="rId34" Type="http://schemas.openxmlformats.org/officeDocument/2006/relationships/image" Target="../media/image7.emf"/><Relationship Id="rId33" Type="http://schemas.openxmlformats.org/officeDocument/2006/relationships/oleObject" Target="../embeddings/oleObject5.bin"/><Relationship Id="rId32" Type="http://schemas.openxmlformats.org/officeDocument/2006/relationships/tags" Target="../tags/tag6.xml"/><Relationship Id="rId31" Type="http://schemas.openxmlformats.org/officeDocument/2006/relationships/slideLayout" Target="../slideLayouts/slideLayout52.xml"/><Relationship Id="rId30" Type="http://schemas.openxmlformats.org/officeDocument/2006/relationships/slideLayout" Target="../slideLayouts/slideLayout51.xml"/><Relationship Id="rId3" Type="http://schemas.openxmlformats.org/officeDocument/2006/relationships/slideLayout" Target="../slideLayouts/slideLayout24.xml"/><Relationship Id="rId29" Type="http://schemas.openxmlformats.org/officeDocument/2006/relationships/slideLayout" Target="../slideLayouts/slideLayout50.xml"/><Relationship Id="rId28" Type="http://schemas.openxmlformats.org/officeDocument/2006/relationships/slideLayout" Target="../slideLayouts/slideLayout49.xml"/><Relationship Id="rId27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7" Type="http://schemas.openxmlformats.org/officeDocument/2006/relationships/theme" Target="../theme/theme4.xml"/><Relationship Id="rId36" Type="http://schemas.openxmlformats.org/officeDocument/2006/relationships/vmlDrawing" Target="../drawings/vmlDrawing6.vml"/><Relationship Id="rId35" Type="http://schemas.openxmlformats.org/officeDocument/2006/relationships/image" Target="../media/image7.emf"/><Relationship Id="rId34" Type="http://schemas.openxmlformats.org/officeDocument/2006/relationships/oleObject" Target="../embeddings/oleObject6.bin"/><Relationship Id="rId33" Type="http://schemas.openxmlformats.org/officeDocument/2006/relationships/tags" Target="../tags/tag7.xml"/><Relationship Id="rId32" Type="http://schemas.openxmlformats.org/officeDocument/2006/relationships/slideLayout" Target="../slideLayouts/slideLayout84.xml"/><Relationship Id="rId31" Type="http://schemas.openxmlformats.org/officeDocument/2006/relationships/slideLayout" Target="../slideLayouts/slideLayout83.xml"/><Relationship Id="rId30" Type="http://schemas.openxmlformats.org/officeDocument/2006/relationships/slideLayout" Target="../slideLayouts/slideLayout82.xml"/><Relationship Id="rId3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79.xml"/><Relationship Id="rId26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2.xml"/><Relationship Id="rId2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3.xml"/><Relationship Id="rId8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8.xml"/><Relationship Id="rId37" Type="http://schemas.openxmlformats.org/officeDocument/2006/relationships/theme" Target="../theme/theme5.xml"/><Relationship Id="rId36" Type="http://schemas.openxmlformats.org/officeDocument/2006/relationships/vmlDrawing" Target="../drawings/vmlDrawing7.vml"/><Relationship Id="rId35" Type="http://schemas.openxmlformats.org/officeDocument/2006/relationships/image" Target="../media/image7.emf"/><Relationship Id="rId34" Type="http://schemas.openxmlformats.org/officeDocument/2006/relationships/oleObject" Target="../embeddings/oleObject7.bin"/><Relationship Id="rId33" Type="http://schemas.openxmlformats.org/officeDocument/2006/relationships/tags" Target="../tags/tag8.xml"/><Relationship Id="rId32" Type="http://schemas.openxmlformats.org/officeDocument/2006/relationships/slideLayout" Target="../slideLayouts/slideLayout116.xml"/><Relationship Id="rId31" Type="http://schemas.openxmlformats.org/officeDocument/2006/relationships/slideLayout" Target="../slideLayouts/slideLayout115.xml"/><Relationship Id="rId30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113.xml"/><Relationship Id="rId28" Type="http://schemas.openxmlformats.org/officeDocument/2006/relationships/slideLayout" Target="../slideLayouts/slideLayout112.xml"/><Relationship Id="rId27" Type="http://schemas.openxmlformats.org/officeDocument/2006/relationships/slideLayout" Target="../slideLayouts/slideLayout111.xml"/><Relationship Id="rId26" Type="http://schemas.openxmlformats.org/officeDocument/2006/relationships/slideLayout" Target="../slideLayouts/slideLayout110.xml"/><Relationship Id="rId25" Type="http://schemas.openxmlformats.org/officeDocument/2006/relationships/slideLayout" Target="../slideLayouts/slideLayout109.xml"/><Relationship Id="rId24" Type="http://schemas.openxmlformats.org/officeDocument/2006/relationships/slideLayout" Target="../slideLayouts/slideLayout108.xml"/><Relationship Id="rId23" Type="http://schemas.openxmlformats.org/officeDocument/2006/relationships/slideLayout" Target="../slideLayouts/slideLayout107.xml"/><Relationship Id="rId22" Type="http://schemas.openxmlformats.org/officeDocument/2006/relationships/slideLayout" Target="../slideLayouts/slideLayout106.xml"/><Relationship Id="rId21" Type="http://schemas.openxmlformats.org/officeDocument/2006/relationships/slideLayout" Target="../slideLayouts/slideLayout105.xml"/><Relationship Id="rId20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86.xml"/><Relationship Id="rId19" Type="http://schemas.openxmlformats.org/officeDocument/2006/relationships/slideLayout" Target="../slideLayouts/slideLayout103.xml"/><Relationship Id="rId18" Type="http://schemas.openxmlformats.org/officeDocument/2006/relationships/slideLayout" Target="../slideLayouts/slideLayout102.xml"/><Relationship Id="rId17" Type="http://schemas.openxmlformats.org/officeDocument/2006/relationships/slideLayout" Target="../slideLayouts/slideLayout101.xml"/><Relationship Id="rId16" Type="http://schemas.openxmlformats.org/officeDocument/2006/relationships/slideLayout" Target="../slideLayouts/slideLayout100.xml"/><Relationship Id="rId15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4.xml"/><Relationship Id="rId1" Type="http://schemas.openxmlformats.org/officeDocument/2006/relationships/slideLayout" Target="../slideLayouts/slideLayout8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18.xml"/><Relationship Id="rId16" Type="http://schemas.openxmlformats.org/officeDocument/2006/relationships/theme" Target="../theme/theme6.xml"/><Relationship Id="rId15" Type="http://schemas.openxmlformats.org/officeDocument/2006/relationships/vmlDrawing" Target="../drawings/vmlDrawing8.vml"/><Relationship Id="rId14" Type="http://schemas.openxmlformats.org/officeDocument/2006/relationships/image" Target="../media/image11.emf"/><Relationship Id="rId13" Type="http://schemas.openxmlformats.org/officeDocument/2006/relationships/oleObject" Target="../embeddings/oleObject8.bin"/><Relationship Id="rId12" Type="http://schemas.openxmlformats.org/officeDocument/2006/relationships/tags" Target="../tags/tag9.xml"/><Relationship Id="rId11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1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9.vml"/><Relationship Id="rId8" Type="http://schemas.openxmlformats.org/officeDocument/2006/relationships/image" Target="../media/image2.emf"/><Relationship Id="rId7" Type="http://schemas.openxmlformats.org/officeDocument/2006/relationships/oleObject" Target="../embeddings/oleObject9.bin"/><Relationship Id="rId6" Type="http://schemas.openxmlformats.org/officeDocument/2006/relationships/tags" Target="../tags/tag10.xml"/><Relationship Id="rId5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31.xml"/><Relationship Id="rId3" Type="http://schemas.openxmlformats.org/officeDocument/2006/relationships/slideLayout" Target="../slideLayouts/slideLayout130.xml"/><Relationship Id="rId2" Type="http://schemas.openxmlformats.org/officeDocument/2006/relationships/slideLayout" Target="../slideLayouts/slideLayout129.xml"/><Relationship Id="rId10" Type="http://schemas.openxmlformats.org/officeDocument/2006/relationships/theme" Target="../theme/theme7.xml"/><Relationship Id="rId1" Type="http://schemas.openxmlformats.org/officeDocument/2006/relationships/slideLayout" Target="../slideLayouts/slideLayout128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image" Target="../media/image2.emf"/><Relationship Id="rId7" Type="http://schemas.openxmlformats.org/officeDocument/2006/relationships/oleObject" Target="../embeddings/oleObject10.bin"/><Relationship Id="rId6" Type="http://schemas.openxmlformats.org/officeDocument/2006/relationships/tags" Target="../tags/tag11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0" Type="http://schemas.openxmlformats.org/officeDocument/2006/relationships/theme" Target="../theme/theme8.xml"/><Relationship Id="rId1" Type="http://schemas.openxmlformats.org/officeDocument/2006/relationships/slideLayout" Target="../slideLayouts/slideLayout1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/>
          <p:cNvGraphicFramePr/>
          <p:nvPr userDrawn="1">
            <p:custDataLst>
              <p:tags r:id="rId1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13" imgW="5715" imgH="5715" progId="TCLayout.ActiveDocument.1">
                  <p:embed/>
                </p:oleObj>
              </mc:Choice>
              <mc:Fallback>
                <p:oleObj name="think-cell 幻灯片" r:id="rId13" imgW="5715" imgH="571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TextBox 1"/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2"/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9"/>
            <p:cNvSpPr>
              <a:spLocks noEditPoints="1"/>
            </p:cNvSpPr>
            <p:nvPr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 noEditPoints="1"/>
            </p:cNvSpPr>
            <p:nvPr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600" indent="-3810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4000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965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2565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1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幻灯片" r:id="rId12" imgW="9525" imgH="9525" progId="TCLayout.ActiveDocument.1">
                  <p:embed/>
                </p:oleObj>
              </mc:Choice>
              <mc:Fallback>
                <p:oleObj name="think-cell 幻灯片" r:id="rId12" imgW="9525" imgH="952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ransition spd="med"/>
  <p:hf hdr="0" ftr="0" dt="0"/>
  <p:txStyles>
    <p:titleStyle>
      <a:lvl1pPr algn="ctr" defTabSz="1217930" rtl="0" eaLnBrk="1" latinLnBrk="0" hangingPunct="1">
        <a:spcBef>
          <a:spcPct val="0"/>
        </a:spcBef>
        <a:buNone/>
        <a:defRPr sz="4295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6565" indent="-456565" algn="l" defTabSz="1217930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29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89330" indent="-380365" algn="l" defTabSz="1217930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69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2095" indent="-304165" algn="l" defTabSz="121793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19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1060" indent="-304165" algn="l" defTabSz="121793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69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0025" indent="-304165" algn="l" defTabSz="121793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69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48990" indent="-304165" algn="l" defTabSz="12179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95" kern="1200">
          <a:solidFill>
            <a:schemeClr val="tx1"/>
          </a:solidFill>
          <a:latin typeface="+mn-lt"/>
          <a:ea typeface="+mn-ea"/>
          <a:cs typeface="+mn-cs"/>
        </a:defRPr>
      </a:lvl6pPr>
      <a:lvl7pPr marL="3957955" indent="-304165" algn="l" defTabSz="12179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95" kern="1200">
          <a:solidFill>
            <a:schemeClr val="tx1"/>
          </a:solidFill>
          <a:latin typeface="+mn-lt"/>
          <a:ea typeface="+mn-ea"/>
          <a:cs typeface="+mn-cs"/>
        </a:defRPr>
      </a:lvl7pPr>
      <a:lvl8pPr marL="4566920" indent="-304165" algn="l" defTabSz="12179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95" kern="1200">
          <a:solidFill>
            <a:schemeClr val="tx1"/>
          </a:solidFill>
          <a:latin typeface="+mn-lt"/>
          <a:ea typeface="+mn-ea"/>
          <a:cs typeface="+mn-cs"/>
        </a:defRPr>
      </a:lvl8pPr>
      <a:lvl9pPr marL="5175885" indent="-304165" algn="l" defTabSz="12179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7930" rtl="0" eaLnBrk="1" latinLnBrk="0" hangingPunct="1">
        <a:defRPr sz="2395" kern="1200">
          <a:solidFill>
            <a:schemeClr val="tx1"/>
          </a:solidFill>
          <a:latin typeface="+mn-lt"/>
          <a:ea typeface="+mn-ea"/>
          <a:cs typeface="+mn-cs"/>
        </a:defRPr>
      </a:lvl1pPr>
      <a:lvl2pPr marL="608965" algn="l" defTabSz="1217930" rtl="0" eaLnBrk="1" latinLnBrk="0" hangingPunct="1"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1217930" algn="l" defTabSz="1217930" rtl="0" eaLnBrk="1" latinLnBrk="0" hangingPunct="1">
        <a:defRPr sz="2395" kern="1200">
          <a:solidFill>
            <a:schemeClr val="tx1"/>
          </a:solidFill>
          <a:latin typeface="+mn-lt"/>
          <a:ea typeface="+mn-ea"/>
          <a:cs typeface="+mn-cs"/>
        </a:defRPr>
      </a:lvl3pPr>
      <a:lvl4pPr marL="1826895" algn="l" defTabSz="1217930" rtl="0" eaLnBrk="1" latinLnBrk="0" hangingPunct="1">
        <a:defRPr sz="2395" kern="1200">
          <a:solidFill>
            <a:schemeClr val="tx1"/>
          </a:solidFill>
          <a:latin typeface="+mn-lt"/>
          <a:ea typeface="+mn-ea"/>
          <a:cs typeface="+mn-cs"/>
        </a:defRPr>
      </a:lvl4pPr>
      <a:lvl5pPr marL="2435860" algn="l" defTabSz="1217930" rtl="0" eaLnBrk="1" latinLnBrk="0" hangingPunct="1">
        <a:defRPr sz="2395" kern="1200">
          <a:solidFill>
            <a:schemeClr val="tx1"/>
          </a:solidFill>
          <a:latin typeface="+mn-lt"/>
          <a:ea typeface="+mn-ea"/>
          <a:cs typeface="+mn-cs"/>
        </a:defRPr>
      </a:lvl5pPr>
      <a:lvl6pPr marL="3044825" algn="l" defTabSz="1217930" rtl="0" eaLnBrk="1" latinLnBrk="0" hangingPunct="1">
        <a:defRPr sz="2395" kern="1200">
          <a:solidFill>
            <a:schemeClr val="tx1"/>
          </a:solidFill>
          <a:latin typeface="+mn-lt"/>
          <a:ea typeface="+mn-ea"/>
          <a:cs typeface="+mn-cs"/>
        </a:defRPr>
      </a:lvl6pPr>
      <a:lvl7pPr marL="3653790" algn="l" defTabSz="1217930" rtl="0" eaLnBrk="1" latinLnBrk="0" hangingPunct="1">
        <a:defRPr sz="2395" kern="1200">
          <a:solidFill>
            <a:schemeClr val="tx1"/>
          </a:solidFill>
          <a:latin typeface="+mn-lt"/>
          <a:ea typeface="+mn-ea"/>
          <a:cs typeface="+mn-cs"/>
        </a:defRPr>
      </a:lvl7pPr>
      <a:lvl8pPr marL="4262755" algn="l" defTabSz="1217930" rtl="0" eaLnBrk="1" latinLnBrk="0" hangingPunct="1">
        <a:defRPr sz="2395" kern="1200">
          <a:solidFill>
            <a:schemeClr val="tx1"/>
          </a:solidFill>
          <a:latin typeface="+mn-lt"/>
          <a:ea typeface="+mn-ea"/>
          <a:cs typeface="+mn-cs"/>
        </a:defRPr>
      </a:lvl8pPr>
      <a:lvl9pPr marL="4871720" algn="l" defTabSz="1217930" rtl="0" eaLnBrk="1" latinLnBrk="0" hangingPunct="1">
        <a:defRPr sz="23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391262">
                <a:lumMod val="100000"/>
              </a:srgbClr>
            </a:gs>
            <a:gs pos="42000">
              <a:srgbClr val="4D144A">
                <a:lumMod val="96000"/>
              </a:srgb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32"/>
            </p:custDataLst>
          </p:nvPr>
        </p:nvGraphicFramePr>
        <p:xfrm>
          <a:off x="1587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幻灯片" r:id="rId33" imgW="9525" imgH="9525" progId="TCLayout.ActiveDocument.1">
                  <p:embed/>
                </p:oleObj>
              </mc:Choice>
              <mc:Fallback>
                <p:oleObj name="think-cell 幻灯片" r:id="rId33" imgW="9525" imgH="952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2"/>
          <p:cNvSpPr txBox="1"/>
          <p:nvPr userDrawn="1"/>
        </p:nvSpPr>
        <p:spPr>
          <a:xfrm>
            <a:off x="1553663" y="6459946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3"/>
          <p:cNvGrpSpPr>
            <a:grpSpLocks noChangeAspect="1"/>
          </p:cNvGrpSpPr>
          <p:nvPr userDrawn="1"/>
        </p:nvGrpSpPr>
        <p:grpSpPr>
          <a:xfrm>
            <a:off x="711787" y="6406649"/>
            <a:ext cx="777240" cy="259316"/>
            <a:chOff x="547688" y="952500"/>
            <a:chExt cx="12190413" cy="4067175"/>
          </a:xfrm>
        </p:grpSpPr>
        <p:sp>
          <p:nvSpPr>
            <p:cNvPr id="6" name="Rectangle 4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8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9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11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12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  <p:sldLayoutId id="2147483700" r:id="rId29"/>
    <p:sldLayoutId id="2147483701" r:id="rId30"/>
    <p:sldLayoutId id="2147483702" r:id="rId31"/>
  </p:sldLayoutIdLst>
  <p:transition spd="med"/>
  <p:hf hdr="0" ftr="0" dt="0"/>
  <p:txStyles>
    <p:titleStyle>
      <a:lvl1pPr algn="ctr" defTabSz="1218565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89965" indent="-3810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365" indent="-3048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330" indent="-3048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1930" indent="-3048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08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04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0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906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13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73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6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26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391262">
                <a:lumMod val="100000"/>
              </a:srgbClr>
            </a:gs>
            <a:gs pos="42000">
              <a:srgbClr val="4D144A">
                <a:lumMod val="96000"/>
              </a:srgb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33"/>
            </p:custDataLst>
          </p:nvPr>
        </p:nvGraphicFramePr>
        <p:xfrm>
          <a:off x="1587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幻灯片" r:id="rId34" imgW="9525" imgH="9525" progId="TCLayout.ActiveDocument.1">
                  <p:embed/>
                </p:oleObj>
              </mc:Choice>
              <mc:Fallback>
                <p:oleObj name="think-cell 幻灯片" r:id="rId34" imgW="9525" imgH="952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2"/>
          <p:cNvSpPr txBox="1"/>
          <p:nvPr userDrawn="1"/>
        </p:nvSpPr>
        <p:spPr>
          <a:xfrm>
            <a:off x="1553663" y="6459946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3"/>
          <p:cNvGrpSpPr>
            <a:grpSpLocks noChangeAspect="1"/>
          </p:cNvGrpSpPr>
          <p:nvPr userDrawn="1"/>
        </p:nvGrpSpPr>
        <p:grpSpPr>
          <a:xfrm>
            <a:off x="711787" y="6406649"/>
            <a:ext cx="777240" cy="259316"/>
            <a:chOff x="547688" y="952500"/>
            <a:chExt cx="12190413" cy="4067175"/>
          </a:xfrm>
        </p:grpSpPr>
        <p:sp>
          <p:nvSpPr>
            <p:cNvPr id="6" name="Rectangle 4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8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9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11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12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  <p:sldLayoutId id="2147483730" r:id="rId27"/>
    <p:sldLayoutId id="2147483731" r:id="rId28"/>
    <p:sldLayoutId id="2147483732" r:id="rId29"/>
    <p:sldLayoutId id="2147483733" r:id="rId30"/>
    <p:sldLayoutId id="2147483734" r:id="rId31"/>
    <p:sldLayoutId id="2147483735" r:id="rId32"/>
  </p:sldLayoutIdLst>
  <p:transition spd="med"/>
  <p:hf hdr="0" ftr="0" dt="0"/>
  <p:txStyles>
    <p:titleStyle>
      <a:lvl1pPr algn="ctr" defTabSz="1218565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89965" indent="-3810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365" indent="-3048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330" indent="-3048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1930" indent="-3048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08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04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0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906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13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73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6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26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391262">
                <a:lumMod val="100000"/>
              </a:srgbClr>
            </a:gs>
            <a:gs pos="42000">
              <a:srgbClr val="4D144A">
                <a:lumMod val="96000"/>
              </a:srgb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33"/>
            </p:custDataLst>
          </p:nvPr>
        </p:nvGraphicFramePr>
        <p:xfrm>
          <a:off x="1587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幻灯片" r:id="rId34" imgW="9525" imgH="9525" progId="TCLayout.ActiveDocument.1">
                  <p:embed/>
                </p:oleObj>
              </mc:Choice>
              <mc:Fallback>
                <p:oleObj name="think-cell 幻灯片" r:id="rId34" imgW="9525" imgH="952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2"/>
          <p:cNvSpPr txBox="1"/>
          <p:nvPr userDrawn="1"/>
        </p:nvSpPr>
        <p:spPr>
          <a:xfrm>
            <a:off x="1553663" y="6459946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3"/>
          <p:cNvGrpSpPr>
            <a:grpSpLocks noChangeAspect="1"/>
          </p:cNvGrpSpPr>
          <p:nvPr userDrawn="1"/>
        </p:nvGrpSpPr>
        <p:grpSpPr>
          <a:xfrm>
            <a:off x="711787" y="6406649"/>
            <a:ext cx="777240" cy="259316"/>
            <a:chOff x="547688" y="952500"/>
            <a:chExt cx="12190413" cy="4067175"/>
          </a:xfrm>
        </p:grpSpPr>
        <p:sp>
          <p:nvSpPr>
            <p:cNvPr id="6" name="Rectangle 4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8" name="Freeform 8"/>
            <p:cNvSpPr/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9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11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  <p:sp>
          <p:nvSpPr>
            <p:cNvPr id="12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795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757" r:id="rId21"/>
    <p:sldLayoutId id="2147483758" r:id="rId22"/>
    <p:sldLayoutId id="2147483759" r:id="rId23"/>
    <p:sldLayoutId id="2147483760" r:id="rId24"/>
    <p:sldLayoutId id="2147483761" r:id="rId25"/>
    <p:sldLayoutId id="2147483762" r:id="rId26"/>
    <p:sldLayoutId id="2147483763" r:id="rId27"/>
    <p:sldLayoutId id="2147483764" r:id="rId28"/>
    <p:sldLayoutId id="2147483765" r:id="rId29"/>
    <p:sldLayoutId id="2147483766" r:id="rId30"/>
    <p:sldLayoutId id="2147483767" r:id="rId31"/>
    <p:sldLayoutId id="2147483768" r:id="rId32"/>
  </p:sldLayoutIdLst>
  <p:transition spd="med"/>
  <p:hf hdr="0" ftr="0" dt="0"/>
  <p:txStyles>
    <p:titleStyle>
      <a:lvl1pPr algn="ctr" defTabSz="1218565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89965" indent="-3810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365" indent="-3048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330" indent="-3048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1930" indent="-3048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08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04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0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906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13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73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6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26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587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幻灯片" r:id="rId13" imgW="5715" imgH="5715" progId="TCLayout.ActiveDocument.1">
                  <p:embed/>
                </p:oleObj>
              </mc:Choice>
              <mc:Fallback>
                <p:oleObj name="think-cell 幻灯片" r:id="rId13" imgW="5715" imgH="571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transition spd="med"/>
  <p:hf hdr="0" ftr="0" dt="0"/>
  <p:txStyles>
    <p:titleStyle>
      <a:lvl1pPr algn="ctr" defTabSz="1218565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6565" indent="-456565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89965" indent="-3810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2730" indent="-3048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1695" indent="-3048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1295" indent="-304800" algn="l" defTabSz="1218565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026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5922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6819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779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9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53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4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546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06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02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299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幻灯片" r:id="rId7" imgW="5715" imgH="5715" progId="TCLayout.ActiveDocument.1">
                  <p:embed/>
                </p:oleObj>
              </mc:Choice>
              <mc:Fallback>
                <p:oleObj name="think-cell 幻灯片" r:id="rId7" imgW="5715" imgH="571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5" name="TextBox 1"/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2"/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9"/>
            <p:cNvSpPr>
              <a:spLocks noEditPoints="1"/>
            </p:cNvSpPr>
            <p:nvPr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</p:sldLayoutIdLst>
  <p:transition spd="med"/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600" indent="-3810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4000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965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2565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幻灯片" r:id="rId7" imgW="5715" imgH="5715" progId="TCLayout.ActiveDocument.1">
                  <p:embed/>
                </p:oleObj>
              </mc:Choice>
              <mc:Fallback>
                <p:oleObj name="think-cell 幻灯片" r:id="rId7" imgW="5715" imgH="571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5" name="TextBox 1"/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Lenovo Internal. All rights reserved.</a:t>
            </a:r>
            <a:endParaRPr lang="en-US" sz="10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2"/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9"/>
            <p:cNvSpPr>
              <a:spLocks noEditPoints="1"/>
            </p:cNvSpPr>
            <p:nvPr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</p:sldLayoutIdLst>
  <p:transition spd="med"/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600" indent="-3810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4000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965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2565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11.bin"/><Relationship Id="rId1" Type="http://schemas.openxmlformats.org/officeDocument/2006/relationships/tags" Target="../tags/tag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/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2" imgW="5715" imgH="5715" progId="TCLayout.ActiveDocument.1">
                  <p:embed/>
                </p:oleObj>
              </mc:Choice>
              <mc:Fallback>
                <p:oleObj name="think-cell 幻灯片" r:id="rId2" imgW="5715" imgH="571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D24C-315B-1D4F-9380-C8F77CE9F825}" type="slidenum">
              <a:rPr lang="en-US" smtClean="0"/>
            </a:fld>
            <a:endParaRPr lang="en-US"/>
          </a:p>
        </p:txBody>
      </p:sp>
      <p:sp>
        <p:nvSpPr>
          <p:cNvPr id="6" name="副标题 2"/>
          <p:cNvSpPr txBox="1"/>
          <p:nvPr/>
        </p:nvSpPr>
        <p:spPr>
          <a:xfrm>
            <a:off x="521335" y="136525"/>
            <a:ext cx="10909935" cy="1481455"/>
          </a:xfrm>
        </p:spPr>
        <p:txBody>
          <a:bodyPr/>
          <a:lstStyle>
            <a:lvl1pPr marL="0" indent="0" algn="ctr" defTabSz="1219200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1219200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1219200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0965" indent="0" algn="ctr" defTabSz="1219200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165" indent="0" algn="ctr" defTabSz="1219200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5365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13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33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>
              <a:lnSpc>
                <a:spcPct val="200000"/>
              </a:lnSpc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5" name="PlaceHolder 3"/>
          <p:cNvSpPr>
            <a:spLocks noGrp="1"/>
          </p:cNvSpPr>
          <p:nvPr/>
        </p:nvSpPr>
        <p:spPr>
          <a:xfrm>
            <a:off x="817245" y="2700655"/>
            <a:ext cx="10318750" cy="2736850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 defTabSz="1219200">
              <a:lnSpc>
                <a:spcPct val="90000"/>
              </a:lnSpc>
              <a:spcBef>
                <a:spcPct val="20000"/>
              </a:spcBef>
              <a:buClrTx/>
              <a:buSzTx/>
              <a:buNone/>
            </a:pPr>
            <a:r>
              <a:rPr lang="en-US" altLang="zh-CN" sz="4000" b="1" strike="noStrike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A Journey to MM</a:t>
            </a:r>
            <a:r>
              <a:rPr lang="en-US" altLang="zh-CN" sz="4000" b="1" strike="noStrike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RAG</a:t>
            </a:r>
            <a:endParaRPr lang="zh-CN" altLang="en-US" sz="4000" b="1" strike="noStrike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existing solutions for mmrag(1)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9010A4B-0C52-4345-849B-75C6A9F18BF7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3770" y="1203960"/>
            <a:ext cx="8124825" cy="50101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existing solutions for mmrag(2)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9010A4B-0C52-4345-849B-75C6A9F18BF7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720" y="1200150"/>
            <a:ext cx="8286750" cy="44577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existing solutions for mmrag(3)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9010A4B-0C52-4345-849B-75C6A9F18BF7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4790" y="1589405"/>
            <a:ext cx="8667750" cy="39147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existing solutions for mmrag(3)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9010A4B-0C52-4345-849B-75C6A9F18BF7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1358900"/>
            <a:ext cx="10790555" cy="41395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existing solutions for mmrag(3)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9010A4B-0C52-4345-849B-75C6A9F18BF7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8565" y="1459230"/>
            <a:ext cx="10142855" cy="455803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our solution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9010A4B-0C52-4345-849B-75C6A9F18BF7}" type="slidenum">
              <a:rPr lang="zh-CN" altLang="en-US" smtClean="0"/>
            </a:fld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612140" y="1647190"/>
            <a:ext cx="2138045" cy="680085"/>
          </a:xfrm>
          <a:prstGeom prst="roundRect">
            <a:avLst/>
          </a:prstGeom>
          <a:solidFill>
            <a:schemeClr val="tx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tIns="182880" rIns="182880" bIns="182880" rtlCol="0" anchor="t"/>
          <a:p>
            <a:pPr algn="l"/>
            <a:r>
              <a:rPr lang="en-US" altLang="zh-CN" sz="1600" dirty="0" err="1">
                <a:solidFill>
                  <a:prstClr val="white"/>
                </a:solidFill>
              </a:rPr>
              <a:t>Original PDF File</a:t>
            </a:r>
            <a:endParaRPr lang="en-US" altLang="zh-CN" sz="1600" dirty="0" err="1">
              <a:solidFill>
                <a:prstClr val="white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394075" y="1513840"/>
            <a:ext cx="2138045" cy="857250"/>
          </a:xfrm>
          <a:prstGeom prst="roundRect">
            <a:avLst/>
          </a:prstGeom>
          <a:solidFill>
            <a:schemeClr val="tx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tIns="182880" rIns="182880" bIns="182880" rtlCol="0" anchor="t"/>
          <a:p>
            <a:pPr algn="ctr"/>
            <a:r>
              <a:rPr lang="en-US" altLang="zh-CN" sz="1600" dirty="0" err="1">
                <a:solidFill>
                  <a:prstClr val="white"/>
                </a:solidFill>
              </a:rPr>
              <a:t>Find all charts with descriptions</a:t>
            </a:r>
            <a:endParaRPr lang="en-US" altLang="zh-CN" sz="1600" dirty="0" err="1">
              <a:solidFill>
                <a:prstClr val="white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756650" y="1513840"/>
            <a:ext cx="2138045" cy="857250"/>
          </a:xfrm>
          <a:prstGeom prst="roundRect">
            <a:avLst/>
          </a:prstGeom>
          <a:solidFill>
            <a:schemeClr val="tx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tIns="182880" rIns="182880" bIns="182880" rtlCol="0" anchor="t"/>
          <a:p>
            <a:pPr algn="ctr"/>
            <a:r>
              <a:rPr lang="en-US" altLang="zh-CN" sz="1600" dirty="0" err="1">
                <a:solidFill>
                  <a:prstClr val="white"/>
                </a:solidFill>
              </a:rPr>
              <a:t>Insert picture code in the descriptions</a:t>
            </a:r>
            <a:endParaRPr lang="en-US" altLang="zh-CN" sz="1600" dirty="0" err="1">
              <a:solidFill>
                <a:prstClr val="white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104890" y="1373505"/>
            <a:ext cx="2138045" cy="1137285"/>
          </a:xfrm>
          <a:prstGeom prst="roundRect">
            <a:avLst/>
          </a:prstGeom>
          <a:solidFill>
            <a:schemeClr val="tx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tIns="182880" rIns="182880" bIns="182880" rtlCol="0" anchor="t"/>
          <a:p>
            <a:pPr algn="ctr"/>
            <a:r>
              <a:rPr lang="en-US" altLang="zh-CN" sz="1600" dirty="0" err="1">
                <a:solidFill>
                  <a:prstClr val="white"/>
                </a:solidFill>
              </a:rPr>
              <a:t>Save charts in a folder with code as name</a:t>
            </a:r>
            <a:endParaRPr lang="en-US" altLang="zh-CN" sz="1600" dirty="0" err="1">
              <a:solidFill>
                <a:prstClr val="white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1735" y="2694940"/>
            <a:ext cx="1981200" cy="228600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>
            <a:off x="2749550" y="1857375"/>
            <a:ext cx="664210" cy="25082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p>
            <a:pPr algn="l"/>
            <a:endParaRPr lang="zh-CN" altLang="en-US" sz="1600" dirty="0" err="1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5444490" y="1857375"/>
            <a:ext cx="664210" cy="25082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p>
            <a:pPr algn="l"/>
            <a:endParaRPr lang="zh-CN" altLang="en-US" sz="1600" dirty="0" err="1">
              <a:solidFill>
                <a:prstClr val="white"/>
              </a:solidFill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8110220" y="1857375"/>
            <a:ext cx="664210" cy="25082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p>
            <a:pPr algn="l"/>
            <a:endParaRPr lang="zh-CN" altLang="en-US" sz="1600" dirty="0" err="1">
              <a:solidFill>
                <a:prstClr val="white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11505" y="4207510"/>
            <a:ext cx="1784985" cy="680085"/>
          </a:xfrm>
          <a:prstGeom prst="roundRect">
            <a:avLst/>
          </a:prstGeom>
          <a:solidFill>
            <a:schemeClr val="tx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tIns="182880" rIns="182880" bIns="182880" rtlCol="0" anchor="t"/>
          <a:p>
            <a:pPr algn="l"/>
            <a:r>
              <a:rPr lang="en-US" altLang="zh-CN" sz="1600" dirty="0" err="1">
                <a:solidFill>
                  <a:prstClr val="white"/>
                </a:solidFill>
              </a:rPr>
              <a:t>Retrieve input</a:t>
            </a:r>
            <a:endParaRPr lang="en-US" altLang="zh-CN" sz="1600" dirty="0" err="1">
              <a:solidFill>
                <a:prstClr val="white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756650" y="3000375"/>
            <a:ext cx="2138045" cy="857250"/>
          </a:xfrm>
          <a:prstGeom prst="roundRect">
            <a:avLst/>
          </a:prstGeom>
          <a:solidFill>
            <a:schemeClr val="tx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tIns="182880" rIns="182880" bIns="182880" rtlCol="0" anchor="t"/>
          <a:p>
            <a:pPr algn="ctr"/>
            <a:r>
              <a:rPr lang="en-US" altLang="zh-CN" sz="1600" dirty="0" err="1">
                <a:solidFill>
                  <a:prstClr val="white"/>
                </a:solidFill>
              </a:rPr>
              <a:t>Generate vector database</a:t>
            </a:r>
            <a:endParaRPr lang="en-US" altLang="zh-CN" sz="1600" dirty="0" err="1">
              <a:solidFill>
                <a:prstClr val="white"/>
              </a:solidFill>
            </a:endParaRPr>
          </a:p>
        </p:txBody>
      </p:sp>
      <p:sp>
        <p:nvSpPr>
          <p:cNvPr id="15" name="下箭头 14"/>
          <p:cNvSpPr/>
          <p:nvPr/>
        </p:nvSpPr>
        <p:spPr>
          <a:xfrm>
            <a:off x="9622790" y="2344420"/>
            <a:ext cx="324485" cy="678180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p>
            <a:pPr algn="l"/>
            <a:endParaRPr lang="zh-CN" altLang="en-US" sz="1600" dirty="0" err="1">
              <a:solidFill>
                <a:prstClr val="white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054350" y="4207510"/>
            <a:ext cx="1990725" cy="680085"/>
          </a:xfrm>
          <a:prstGeom prst="roundRect">
            <a:avLst/>
          </a:prstGeom>
          <a:solidFill>
            <a:schemeClr val="tx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tIns="182880" rIns="182880" bIns="182880" rtlCol="0" anchor="t"/>
          <a:p>
            <a:pPr algn="l"/>
            <a:r>
              <a:rPr lang="en-US" altLang="zh-CN" sz="1600" dirty="0" err="1">
                <a:solidFill>
                  <a:prstClr val="white"/>
                </a:solidFill>
              </a:rPr>
              <a:t>Text generation</a:t>
            </a:r>
            <a:endParaRPr lang="en-US" altLang="zh-CN" sz="1600" dirty="0" err="1">
              <a:solidFill>
                <a:prstClr val="white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715635" y="4104005"/>
            <a:ext cx="2566035" cy="887095"/>
          </a:xfrm>
          <a:prstGeom prst="roundRect">
            <a:avLst/>
          </a:prstGeom>
          <a:solidFill>
            <a:schemeClr val="tx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tIns="182880" rIns="182880" bIns="182880" rtlCol="0" anchor="t"/>
          <a:p>
            <a:pPr algn="ctr"/>
            <a:r>
              <a:rPr lang="en-US" altLang="zh-CN" sz="1600" dirty="0" err="1">
                <a:solidFill>
                  <a:prstClr val="white"/>
                </a:solidFill>
              </a:rPr>
              <a:t>Figure auto insert according to the Desc</a:t>
            </a:r>
            <a:endParaRPr lang="en-US" altLang="zh-CN" sz="1600" dirty="0" err="1">
              <a:solidFill>
                <a:prstClr val="white"/>
              </a:solidFill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2396490" y="4422140"/>
            <a:ext cx="664210" cy="25082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p>
            <a:pPr algn="l"/>
            <a:endParaRPr lang="zh-CN" altLang="en-US" sz="1600" dirty="0" err="1">
              <a:solidFill>
                <a:prstClr val="white"/>
              </a:solidFill>
            </a:endParaRPr>
          </a:p>
        </p:txBody>
      </p:sp>
      <p:sp>
        <p:nvSpPr>
          <p:cNvPr id="19" name="右箭头 18"/>
          <p:cNvSpPr/>
          <p:nvPr/>
        </p:nvSpPr>
        <p:spPr>
          <a:xfrm>
            <a:off x="5045075" y="4422140"/>
            <a:ext cx="664210" cy="25082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p>
            <a:pPr algn="l"/>
            <a:endParaRPr lang="zh-CN" altLang="en-US" sz="1600" dirty="0" err="1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HINKCELLSHAPEDONOTDELETE" val="tfNe.7412EoC_zA0WxEKyzg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THINKCELLSHAPEDONOTDELETE" val="thinkcellActiveDocDoNotDelete"/>
</p:tagLst>
</file>

<file path=ppt/tags/tag5.xml><?xml version="1.0" encoding="utf-8"?>
<p:tagLst xmlns:p="http://schemas.openxmlformats.org/presentationml/2006/main">
  <p:tag name="THINKCELLSHAPEDONOTDELETE" val="thinkcellActiveDocDoNotDelete"/>
</p:tagLst>
</file>

<file path=ppt/tags/tag6.xml><?xml version="1.0" encoding="utf-8"?>
<p:tagLst xmlns:p="http://schemas.openxmlformats.org/presentationml/2006/main">
  <p:tag name="THINKCELLSHAPEDONOTDELETE" val="thinkcellActiveDocDoNotDelete"/>
</p:tagLst>
</file>

<file path=ppt/tags/tag7.xml><?xml version="1.0" encoding="utf-8"?>
<p:tagLst xmlns:p="http://schemas.openxmlformats.org/presentationml/2006/main">
  <p:tag name="THINKCELLSHAPEDONOTDELETE" val="thinkcellActiveDocDoNotDelete"/>
</p:tagLst>
</file>

<file path=ppt/tags/tag8.xml><?xml version="1.0" encoding="utf-8"?>
<p:tagLst xmlns:p="http://schemas.openxmlformats.org/presentationml/2006/main">
  <p:tag name="THINKCELLSHAPEDONOTDELETE" val="thinkcellActiveDocDoNotDelete"/>
</p:tagLst>
</file>

<file path=ppt/tags/tag9.xml><?xml version="1.0" encoding="utf-8"?>
<p:tagLst xmlns:p="http://schemas.openxmlformats.org/presentationml/2006/main">
  <p:tag name="THINKCELLSHAPEDONOTDELETE" val="thinkcellActiveDocDoNotDelete"/>
</p:tagLst>
</file>

<file path=ppt/tags/tag10.xml><?xml version="1.0" encoding="utf-8"?>
<p:tagLst xmlns:p="http://schemas.openxmlformats.org/presentationml/2006/main">
  <p:tag name="THINKCELLSHAPEDONOTDELETE" val="thinkcellActiveDocDoNotDelete"/>
</p:tagLst>
</file>

<file path=ppt/tags/tag11.xml><?xml version="1.0" encoding="utf-8"?>
<p:tagLst xmlns:p="http://schemas.openxmlformats.org/presentationml/2006/main">
  <p:tag name="THINKCELLSHAPEDONOTDELETE" val="thinkcellActiveDocDoNotDelete"/>
</p:tagLst>
</file>

<file path=ppt/tags/tag12.xml><?xml version="1.0" encoding="utf-8"?>
<p:tagLst xmlns:p="http://schemas.openxmlformats.org/presentationml/2006/main">
  <p:tag name="THINKCELLSHAPEDONOTDELETE" val="thinkcellActiveDocDoNotDelete"/>
</p:tagLst>
</file>

<file path=ppt/tags/tag16.xml><?xml version="1.0" encoding="utf-8"?>
<p:tagLst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708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heme/theme1.xml><?xml version="1.0" encoding="utf-8"?>
<a:theme xmlns:a="http://schemas.openxmlformats.org/drawingml/2006/main" name="9_Lenovo Master">
  <a:themeElements>
    <a:clrScheme name="OneLenovo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lIns="182880" tIns="182880" rIns="182880" bIns="182880" rtlCol="0" anchor="t"/>
      <a:lstStyle>
        <a:defPPr algn="l">
          <a:defRPr lang="zh-CN" altLang="en-US"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50000"/>
          </a:schemeClr>
        </a:solidFill>
        <a:ln>
          <a:noFill/>
        </a:ln>
      </a:spPr>
      <a:bodyPr lIns="182880" tIns="182880" rIns="182880" bIns="182880" rtlCol="0" anchor="t"/>
      <a:lstStyle>
        <a:defPPr algn="l">
          <a:defRPr sz="1600" dirty="0" smtClean="0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Lenovo Master">
  <a:themeElements>
    <a:clrScheme name="OneLenovo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95000"/>
            </a:schemeClr>
          </a:solidFill>
          <a:miter lim="800000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Lenovo Master">
  <a:themeElements>
    <a:clrScheme name="OneLenovo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95000"/>
            </a:schemeClr>
          </a:solidFill>
          <a:miter lim="800000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Lenovo Master">
  <a:themeElements>
    <a:clrScheme name="OneLenovo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95000"/>
            </a:schemeClr>
          </a:solidFill>
          <a:miter lim="800000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k1cfjid4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1_Lenovo Master">
  <a:themeElements>
    <a:clrScheme name="OneLenovo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2_Lenovo Master">
  <a:themeElements>
    <a:clrScheme name="OneLenovo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c936e2bc-5457-4f52-8c63-01e4c9015fa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1F06926CE1B0468033B86C5A5C0C2D" ma:contentTypeVersion="9" ma:contentTypeDescription="Create a new document." ma:contentTypeScope="" ma:versionID="5a533aee81cca8d16cab44f68e4585eb">
  <xsd:schema xmlns:xsd="http://www.w3.org/2001/XMLSchema" xmlns:xs="http://www.w3.org/2001/XMLSchema" xmlns:p="http://schemas.microsoft.com/office/2006/metadata/properties" xmlns:ns2="c936e2bc-5457-4f52-8c63-01e4c9015fa6" targetNamespace="http://schemas.microsoft.com/office/2006/metadata/properties" ma:root="true" ma:fieldsID="a3c2fb27c3946bd1f218d385608ef4d3" ns2:_="">
    <xsd:import namespace="c936e2bc-5457-4f52-8c63-01e4c9015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36e2bc-5457-4f52-8c63-01e4c9015f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3.xml><?xml version="1.0" encoding="utf-8"?>
<ds:datastoreItem xmlns:ds="http://schemas.openxmlformats.org/officeDocument/2006/customXml" ds:itemID="{BC6CFE95-771C-4802-B140-C778003BEB93}">
  <ds:schemaRefs/>
</ds:datastoreItem>
</file>

<file path=customXml/itemProps14.xml><?xml version="1.0" encoding="utf-8"?>
<ds:datastoreItem xmlns:ds="http://schemas.openxmlformats.org/officeDocument/2006/customXml" ds:itemID="{9177F4AA-1638-4FFC-8CD0-B6BBACAE180F}">
  <ds:schemaRefs/>
</ds:datastoreItem>
</file>

<file path=customXml/itemProps15.xml><?xml version="1.0" encoding="utf-8"?>
<ds:datastoreItem xmlns:ds="http://schemas.openxmlformats.org/officeDocument/2006/customXml" ds:itemID="{FB1073CB-F9AF-43A4-A046-2896E9FEBC1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Lenovo-16x9_Standard_Oct2022</Template>
  <TotalTime>0</TotalTime>
  <Words>415</Words>
  <Application>WPS 演示</Application>
  <PresentationFormat>自定义</PresentationFormat>
  <Paragraphs>44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7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Calibri</vt:lpstr>
      <vt:lpstr>Poppins</vt:lpstr>
      <vt:lpstr>Segoe Print</vt:lpstr>
      <vt:lpstr>汉仪旗黑-55简</vt:lpstr>
      <vt:lpstr>黑体</vt:lpstr>
      <vt:lpstr>Arial</vt:lpstr>
      <vt:lpstr>Arial Unicode MS</vt:lpstr>
      <vt:lpstr>MS PGothic</vt:lpstr>
      <vt:lpstr>9_Lenovo Master</vt:lpstr>
      <vt:lpstr>10_Lenovo Master</vt:lpstr>
      <vt:lpstr>4_Lenovo Master</vt:lpstr>
      <vt:lpstr>5_Lenovo Master</vt:lpstr>
      <vt:lpstr>6_Lenovo Master</vt:lpstr>
      <vt:lpstr>1_Lenovo Master</vt:lpstr>
      <vt:lpstr>11_Lenovo Master</vt:lpstr>
      <vt:lpstr>12_Lenovo Master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PowerPoint 演示文稿</vt:lpstr>
      <vt:lpstr>What is graphrag?</vt:lpstr>
      <vt:lpstr>existing solutions for mmrag(1)</vt:lpstr>
      <vt:lpstr>existing solutions for mmrag(1)</vt:lpstr>
      <vt:lpstr>existing solutions for mmrag(3)</vt:lpstr>
      <vt:lpstr>existing solutions for mmrag(3)</vt:lpstr>
      <vt:lpstr>existing solutions for mmrag(3)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Tribe model to reduce DTIT PO/PA overlap</dc:title>
  <dc:creator>Andy Ping23 Wang | Ping Wang</dc:creator>
  <cp:lastModifiedBy>Zhongxuan Liu</cp:lastModifiedBy>
  <cp:revision>340</cp:revision>
  <dcterms:created xsi:type="dcterms:W3CDTF">2022-12-15T11:59:00Z</dcterms:created>
  <dcterms:modified xsi:type="dcterms:W3CDTF">2026-02-12T03:53:20Z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0x0101003A1F06926CE1B0468033B86C5A5C0C2D</vt:lpwstr>
  </property>
  <property fmtid="{D5CDD505-2E9C-101B-9397-08002B2CF9AE}" pid="3" name="Order">
    <vt:r8>24800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ICV">
    <vt:lpwstr>8F5F7117445E4767B2FBC91F2AE1791E_12</vt:lpwstr>
  </property>
  <property fmtid="{D5CDD505-2E9C-101B-9397-08002B2CF9AE}" pid="11" name="KSOProductBuildVer">
    <vt:lpwstr>2052-12.1.0.21541</vt:lpwstr>
  </property>
</Properties>
</file>